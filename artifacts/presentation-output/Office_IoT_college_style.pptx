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5AE9F8A-C9D9-499B-B22C-CCB4B2854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BC7493E5-8865-45D2-8673-8872463749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6A1E10A-ABE9-4534-9CB2-35AA816E0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FF37C3F-92A4-47C0-9E6A-3562D9FF4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6B818E9-4B1E-45F9-9AAF-5860B6CA8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C2D7E15-FAF2-4620-BF61-3692A1506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7D8CE54-4828-473D-8CE2-EEC8796F1A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D47247F-67BF-409C-9DF5-FD2EA330892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5AF8862-E36A-425F-B71E-CA2F45D84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8E740E9-D86E-4712-AB9E-572B33B762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5EFE723F-6D65-4CE8-89B8-C2F4C2CE5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32" y="0"/>
            <a:ext cx="12192000" cy="14287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866F55D-821F-449E-8DFD-7F37DB70F429}"/>
              </a:ext>
            </a:extLst>
          </p:cNvPr>
          <p:cNvSpPr>
            <a:spLocks noGrp="1"/>
          </p:cNvSpPr>
          <p:nvPr/>
        </p:nvSpPr>
        <p:spPr>
          <a:xfrm>
            <a:off x="714375" y="1571625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400" b="1">
                <a:solidFill>
                  <a:srgbClr val="202830"/>
                </a:solidFill>
              </a:defRPr>
            </a:defPPr>
            <a:lvl1pPr>
              <a:defRPr sz="2400" b="1">
                <a:solidFill>
                  <a:srgbClr val="202830"/>
                </a:solidFill>
              </a:defRPr>
            </a:lvl1pPr>
            <a:lvl2pPr>
              <a:defRPr sz="2400" b="1">
                <a:solidFill>
                  <a:srgbClr val="202830"/>
                </a:solidFill>
              </a:defRPr>
            </a:lvl2pPr>
            <a:lvl3pPr>
              <a:defRPr sz="2400" b="1">
                <a:solidFill>
                  <a:srgbClr val="202830"/>
                </a:solidFill>
              </a:defRPr>
            </a:lvl3pPr>
            <a:lvl4pPr>
              <a:defRPr sz="2400" b="1">
                <a:solidFill>
                  <a:srgbClr val="202830"/>
                </a:solidFill>
              </a:defRPr>
            </a:lvl4pPr>
            <a:lvl5pPr>
              <a:defRPr sz="2400" b="1">
                <a:solidFill>
                  <a:srgbClr val="202830"/>
                </a:solidFill>
              </a:defRPr>
            </a:lvl5pPr>
            <a:lvl6pPr>
              <a:defRPr sz="2400" b="1">
                <a:solidFill>
                  <a:srgbClr val="202830"/>
                </a:solidFill>
              </a:defRPr>
            </a:lvl6pPr>
            <a:lvl7pPr>
              <a:defRPr sz="2400" b="1">
                <a:solidFill>
                  <a:srgbClr val="202830"/>
                </a:solidFill>
              </a:defRPr>
            </a:lvl7pPr>
            <a:lvl8pPr>
              <a:defRPr sz="2400" b="1">
                <a:solidFill>
                  <a:srgbClr val="202830"/>
                </a:solidFill>
              </a:defRPr>
            </a:lvl8pPr>
            <a:lvl9pPr>
              <a:defRPr sz="2400" b="1">
                <a:solidFill>
                  <a:srgbClr val="202830"/>
                </a:solidFill>
              </a:defRPr>
            </a:lvl9pPr>
          </a:lstStyle>
          <a:p>
            <a:pPr>
              <a:defRPr sz="2400" b="1">
                <a:solidFill>
                  <a:srgbClr val="202830"/>
                </a:solidFill>
              </a:defRPr>
            </a:pPr>
            <a:r>
              <a:rPr sz="2400" b="1">
                <a:solidFill>
                  <a:srgbClr val="202830"/>
                </a:solidFill>
              </a:rPr>
              <a:t>Office Network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3AA02D-3882-4218-A3D7-F468FBF9B1DE}"/>
              </a:ext>
            </a:extLst>
          </p:cNvPr>
          <p:cNvSpPr>
            <a:spLocks noGrp="1"/>
          </p:cNvSpPr>
          <p:nvPr/>
        </p:nvSpPr>
        <p:spPr>
          <a:xfrm>
            <a:off x="723900" y="2047875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75" b="0">
                <a:solidFill>
                  <a:srgbClr val="53606C"/>
                </a:solidFill>
              </a:defRPr>
            </a:defPPr>
            <a:lvl1pPr>
              <a:defRPr sz="1275" b="0">
                <a:solidFill>
                  <a:srgbClr val="53606C"/>
                </a:solidFill>
              </a:defRPr>
            </a:lvl1pPr>
            <a:lvl2pPr>
              <a:defRPr sz="1275" b="0">
                <a:solidFill>
                  <a:srgbClr val="53606C"/>
                </a:solidFill>
              </a:defRPr>
            </a:lvl2pPr>
            <a:lvl3pPr>
              <a:defRPr sz="1275" b="0">
                <a:solidFill>
                  <a:srgbClr val="53606C"/>
                </a:solidFill>
              </a:defRPr>
            </a:lvl3pPr>
            <a:lvl4pPr>
              <a:defRPr sz="1275" b="0">
                <a:solidFill>
                  <a:srgbClr val="53606C"/>
                </a:solidFill>
              </a:defRPr>
            </a:lvl4pPr>
            <a:lvl5pPr>
              <a:defRPr sz="1275" b="0">
                <a:solidFill>
                  <a:srgbClr val="53606C"/>
                </a:solidFill>
              </a:defRPr>
            </a:lvl5pPr>
            <a:lvl6pPr>
              <a:defRPr sz="1275" b="0">
                <a:solidFill>
                  <a:srgbClr val="53606C"/>
                </a:solidFill>
              </a:defRPr>
            </a:lvl6pPr>
            <a:lvl7pPr>
              <a:defRPr sz="1275" b="0">
                <a:solidFill>
                  <a:srgbClr val="53606C"/>
                </a:solidFill>
              </a:defRPr>
            </a:lvl7pPr>
            <a:lvl8pPr>
              <a:defRPr sz="1275" b="0">
                <a:solidFill>
                  <a:srgbClr val="53606C"/>
                </a:solidFill>
              </a:defRPr>
            </a:lvl8pPr>
            <a:lvl9pPr>
              <a:defRPr sz="1275" b="0">
                <a:solidFill>
                  <a:srgbClr val="53606C"/>
                </a:solidFill>
              </a:defRPr>
            </a:lvl9pPr>
          </a:lstStyle>
          <a:p>
            <a:pPr>
              <a:defRPr sz="1275" b="0">
                <a:solidFill>
                  <a:srgbClr val="53606C"/>
                </a:solidFill>
              </a:defRPr>
            </a:pPr>
            <a:r>
              <a:rPr sz="1275" b="0">
                <a:solidFill>
                  <a:srgbClr val="53606C"/>
                </a:solidFill>
              </a:rPr>
              <a:t>ENVIRONMENT 01  /  Workplace services and assessment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C117D9-4FF4-4C57-9916-766179CAC490}"/>
              </a:ext>
            </a:extLst>
          </p:cNvPr>
          <p:cNvSpPr>
            <a:spLocks noGrp="1"/>
          </p:cNvSpPr>
          <p:nvPr/>
        </p:nvSpPr>
        <p:spPr>
          <a:xfrm>
            <a:off x="723900" y="2419350"/>
            <a:ext cx="704850" cy="47625"/>
          </a:xfrm>
          <a:prstGeom prst="rect">
            <a:avLst/>
          </a:prstGeom>
          <a:solidFill>
            <a:srgbClr val="B72B2C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650C7B-D22C-4EC7-B120-F9AE31BD0348}"/>
              </a:ext>
            </a:extLst>
          </p:cNvPr>
          <p:cNvSpPr>
            <a:spLocks noGrp="1"/>
          </p:cNvSpPr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B72B2C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1BB691-DB93-4776-9DD6-54BA32EDFF93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050" b="0">
                <a:solidFill>
                  <a:srgbClr val="53606C"/>
                </a:solidFill>
              </a:defRPr>
            </a:defPPr>
            <a:lvl1pPr>
              <a:defRPr sz="1050" b="0">
                <a:solidFill>
                  <a:srgbClr val="53606C"/>
                </a:solidFill>
              </a:defRPr>
            </a:lvl1pPr>
            <a:lvl2pPr>
              <a:defRPr sz="1050" b="0">
                <a:solidFill>
                  <a:srgbClr val="53606C"/>
                </a:solidFill>
              </a:defRPr>
            </a:lvl2pPr>
            <a:lvl3pPr>
              <a:defRPr sz="1050" b="0">
                <a:solidFill>
                  <a:srgbClr val="53606C"/>
                </a:solidFill>
              </a:defRPr>
            </a:lvl3pPr>
            <a:lvl4pPr>
              <a:defRPr sz="1050" b="0">
                <a:solidFill>
                  <a:srgbClr val="53606C"/>
                </a:solidFill>
              </a:defRPr>
            </a:lvl4pPr>
            <a:lvl5pPr>
              <a:defRPr sz="1050" b="0">
                <a:solidFill>
                  <a:srgbClr val="53606C"/>
                </a:solidFill>
              </a:defRPr>
            </a:lvl5pPr>
            <a:lvl6pPr>
              <a:defRPr sz="1050" b="0">
                <a:solidFill>
                  <a:srgbClr val="53606C"/>
                </a:solidFill>
              </a:defRPr>
            </a:lvl6pPr>
            <a:lvl7pPr>
              <a:defRPr sz="1050" b="0">
                <a:solidFill>
                  <a:srgbClr val="53606C"/>
                </a:solidFill>
              </a:defRPr>
            </a:lvl7pPr>
            <a:lvl8pPr>
              <a:defRPr sz="1050" b="0">
                <a:solidFill>
                  <a:srgbClr val="53606C"/>
                </a:solidFill>
              </a:defRPr>
            </a:lvl8pPr>
            <a:lvl9pPr>
              <a:defRPr sz="1050" b="0">
                <a:solidFill>
                  <a:srgbClr val="53606C"/>
                </a:solidFill>
              </a:defRPr>
            </a:lvl9pPr>
          </a:lstStyle>
          <a:p>
            <a:pPr>
              <a:defRPr sz="1050" b="0">
                <a:solidFill>
                  <a:srgbClr val="53606C"/>
                </a:solidFill>
              </a:defRPr>
            </a:pPr>
            <a:r>
              <a:rPr sz="1050" b="0">
                <a:solidFill>
                  <a:srgbClr val="53606C"/>
                </a:solidFill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DBDE39-D839-405F-A204-839F18B659F4}"/>
              </a:ext>
            </a:extLst>
          </p:cNvPr>
          <p:cNvSpPr>
            <a:spLocks noGrp="1"/>
          </p:cNvSpPr>
          <p:nvPr/>
        </p:nvSpPr>
        <p:spPr>
          <a:xfrm>
            <a:off x="723900" y="2667000"/>
            <a:ext cx="6905625" cy="647700"/>
          </a:xfrm>
          <a:prstGeom prst="rect">
            <a:avLst/>
          </a:prstGeom>
          <a:solidFill>
            <a:srgbClr val="F4F6F7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A70F61-56C0-4085-B7E6-F86FCDC3606E}"/>
              </a:ext>
            </a:extLst>
          </p:cNvPr>
          <p:cNvSpPr>
            <a:spLocks noGrp="1"/>
          </p:cNvSpPr>
          <p:nvPr/>
        </p:nvSpPr>
        <p:spPr>
          <a:xfrm>
            <a:off x="904875" y="2867025"/>
            <a:ext cx="1476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B72B2C"/>
                </a:solidFill>
              </a:defRPr>
            </a:defPPr>
            <a:lvl1pPr>
              <a:defRPr sz="1200" b="1">
                <a:solidFill>
                  <a:srgbClr val="B72B2C"/>
                </a:solidFill>
              </a:defRPr>
            </a:lvl1pPr>
            <a:lvl2pPr>
              <a:defRPr sz="1200" b="1">
                <a:solidFill>
                  <a:srgbClr val="B72B2C"/>
                </a:solidFill>
              </a:defRPr>
            </a:lvl2pPr>
            <a:lvl3pPr>
              <a:defRPr sz="1200" b="1">
                <a:solidFill>
                  <a:srgbClr val="B72B2C"/>
                </a:solidFill>
              </a:defRPr>
            </a:lvl3pPr>
            <a:lvl4pPr>
              <a:defRPr sz="1200" b="1">
                <a:solidFill>
                  <a:srgbClr val="B72B2C"/>
                </a:solidFill>
              </a:defRPr>
            </a:lvl4pPr>
            <a:lvl5pPr>
              <a:defRPr sz="1200" b="1">
                <a:solidFill>
                  <a:srgbClr val="B72B2C"/>
                </a:solidFill>
              </a:defRPr>
            </a:lvl5pPr>
            <a:lvl6pPr>
              <a:defRPr sz="1200" b="1">
                <a:solidFill>
                  <a:srgbClr val="B72B2C"/>
                </a:solidFill>
              </a:defRPr>
            </a:lvl6pPr>
            <a:lvl7pPr>
              <a:defRPr sz="1200" b="1">
                <a:solidFill>
                  <a:srgbClr val="B72B2C"/>
                </a:solidFill>
              </a:defRPr>
            </a:lvl7pPr>
            <a:lvl8pPr>
              <a:defRPr sz="1200" b="1">
                <a:solidFill>
                  <a:srgbClr val="B72B2C"/>
                </a:solidFill>
              </a:defRPr>
            </a:lvl8pPr>
            <a:lvl9pPr>
              <a:defRPr sz="1200" b="1">
                <a:solidFill>
                  <a:srgbClr val="B72B2C"/>
                </a:solidFill>
              </a:defRPr>
            </a:lvl9pPr>
          </a:lstStyle>
          <a:p>
            <a:pPr>
              <a:defRPr sz="1200" b="1">
                <a:solidFill>
                  <a:srgbClr val="B72B2C"/>
                </a:solidFill>
              </a:defRPr>
            </a:pPr>
            <a:r>
              <a:rPr sz="1200" b="1">
                <a:solidFill>
                  <a:srgbClr val="B72B2C"/>
                </a:solidFill>
              </a:rPr>
              <a:t>FILE ACCESS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987DC1-B2DA-4146-8611-21D42ADB2BEF}"/>
              </a:ext>
            </a:extLst>
          </p:cNvPr>
          <p:cNvSpPr>
            <a:spLocks noGrp="1"/>
          </p:cNvSpPr>
          <p:nvPr/>
        </p:nvSpPr>
        <p:spPr>
          <a:xfrm>
            <a:off x="2381250" y="2847975"/>
            <a:ext cx="500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425" b="0">
                <a:solidFill>
                  <a:srgbClr val="222A32"/>
                </a:solidFill>
              </a:defRPr>
            </a:defPPr>
            <a:lvl1pPr>
              <a:defRPr sz="1425" b="0">
                <a:solidFill>
                  <a:srgbClr val="222A32"/>
                </a:solidFill>
              </a:defRPr>
            </a:lvl1pPr>
            <a:lvl2pPr>
              <a:defRPr sz="1425" b="0">
                <a:solidFill>
                  <a:srgbClr val="222A32"/>
                </a:solidFill>
              </a:defRPr>
            </a:lvl2pPr>
            <a:lvl3pPr>
              <a:defRPr sz="1425" b="0">
                <a:solidFill>
                  <a:srgbClr val="222A32"/>
                </a:solidFill>
              </a:defRPr>
            </a:lvl3pPr>
            <a:lvl4pPr>
              <a:defRPr sz="1425" b="0">
                <a:solidFill>
                  <a:srgbClr val="222A32"/>
                </a:solidFill>
              </a:defRPr>
            </a:lvl4pPr>
            <a:lvl5pPr>
              <a:defRPr sz="1425" b="0">
                <a:solidFill>
                  <a:srgbClr val="222A32"/>
                </a:solidFill>
              </a:defRPr>
            </a:lvl5pPr>
            <a:lvl6pPr>
              <a:defRPr sz="1425" b="0">
                <a:solidFill>
                  <a:srgbClr val="222A32"/>
                </a:solidFill>
              </a:defRPr>
            </a:lvl6pPr>
            <a:lvl7pPr>
              <a:defRPr sz="1425" b="0">
                <a:solidFill>
                  <a:srgbClr val="222A32"/>
                </a:solidFill>
              </a:defRPr>
            </a:lvl7pPr>
            <a:lvl8pPr>
              <a:defRPr sz="1425" b="0">
                <a:solidFill>
                  <a:srgbClr val="222A32"/>
                </a:solidFill>
              </a:defRPr>
            </a:lvl8pPr>
            <a:lvl9pPr>
              <a:defRPr sz="1425" b="0">
                <a:solidFill>
                  <a:srgbClr val="222A32"/>
                </a:solidFill>
              </a:defRPr>
            </a:lvl9pPr>
          </a:lstStyle>
          <a:p>
            <a:pPr>
              <a:defRPr sz="1425" b="0">
                <a:solidFill>
                  <a:srgbClr val="222A32"/>
                </a:solidFill>
              </a:defRPr>
            </a:pPr>
            <a:r>
              <a:rPr sz="1425" b="0">
                <a:solidFill>
                  <a:srgbClr val="222A32"/>
                </a:solidFill>
              </a:rPr>
              <a:t>FTP file transfer and SMB file sharing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A07129-6574-455B-B1F1-835A8FB7DA71}"/>
              </a:ext>
            </a:extLst>
          </p:cNvPr>
          <p:cNvSpPr>
            <a:spLocks noGrp="1"/>
          </p:cNvSpPr>
          <p:nvPr/>
        </p:nvSpPr>
        <p:spPr>
          <a:xfrm>
            <a:off x="723900" y="3409950"/>
            <a:ext cx="6905625" cy="647700"/>
          </a:xfrm>
          <a:prstGeom prst="rect">
            <a:avLst/>
          </a:prstGeom>
          <a:solidFill>
            <a:srgbClr val="F4F6F7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453C42-8EDC-4678-A5AD-C118B1C80094}"/>
              </a:ext>
            </a:extLst>
          </p:cNvPr>
          <p:cNvSpPr>
            <a:spLocks noGrp="1"/>
          </p:cNvSpPr>
          <p:nvPr/>
        </p:nvSpPr>
        <p:spPr>
          <a:xfrm>
            <a:off x="904875" y="3609975"/>
            <a:ext cx="1476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B72B2C"/>
                </a:solidFill>
              </a:defRPr>
            </a:defPPr>
            <a:lvl1pPr>
              <a:defRPr sz="1200" b="1">
                <a:solidFill>
                  <a:srgbClr val="B72B2C"/>
                </a:solidFill>
              </a:defRPr>
            </a:lvl1pPr>
            <a:lvl2pPr>
              <a:defRPr sz="1200" b="1">
                <a:solidFill>
                  <a:srgbClr val="B72B2C"/>
                </a:solidFill>
              </a:defRPr>
            </a:lvl2pPr>
            <a:lvl3pPr>
              <a:defRPr sz="1200" b="1">
                <a:solidFill>
                  <a:srgbClr val="B72B2C"/>
                </a:solidFill>
              </a:defRPr>
            </a:lvl3pPr>
            <a:lvl4pPr>
              <a:defRPr sz="1200" b="1">
                <a:solidFill>
                  <a:srgbClr val="B72B2C"/>
                </a:solidFill>
              </a:defRPr>
            </a:lvl4pPr>
            <a:lvl5pPr>
              <a:defRPr sz="1200" b="1">
                <a:solidFill>
                  <a:srgbClr val="B72B2C"/>
                </a:solidFill>
              </a:defRPr>
            </a:lvl5pPr>
            <a:lvl6pPr>
              <a:defRPr sz="1200" b="1">
                <a:solidFill>
                  <a:srgbClr val="B72B2C"/>
                </a:solidFill>
              </a:defRPr>
            </a:lvl6pPr>
            <a:lvl7pPr>
              <a:defRPr sz="1200" b="1">
                <a:solidFill>
                  <a:srgbClr val="B72B2C"/>
                </a:solidFill>
              </a:defRPr>
            </a:lvl7pPr>
            <a:lvl8pPr>
              <a:defRPr sz="1200" b="1">
                <a:solidFill>
                  <a:srgbClr val="B72B2C"/>
                </a:solidFill>
              </a:defRPr>
            </a:lvl8pPr>
            <a:lvl9pPr>
              <a:defRPr sz="1200" b="1">
                <a:solidFill>
                  <a:srgbClr val="B72B2C"/>
                </a:solidFill>
              </a:defRPr>
            </a:lvl9pPr>
          </a:lstStyle>
          <a:p>
            <a:pPr>
              <a:defRPr sz="1200" b="1">
                <a:solidFill>
                  <a:srgbClr val="B72B2C"/>
                </a:solidFill>
              </a:defRPr>
            </a:pPr>
            <a:r>
              <a:rPr sz="1200" b="1">
                <a:solidFill>
                  <a:srgbClr val="B72B2C"/>
                </a:solidFill>
              </a:rPr>
              <a:t>REMOTE ACCESS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69B193-6DCB-4866-8D96-15984320F33C}"/>
              </a:ext>
            </a:extLst>
          </p:cNvPr>
          <p:cNvSpPr>
            <a:spLocks noGrp="1"/>
          </p:cNvSpPr>
          <p:nvPr/>
        </p:nvSpPr>
        <p:spPr>
          <a:xfrm>
            <a:off x="2381250" y="3590925"/>
            <a:ext cx="500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425" b="0">
                <a:solidFill>
                  <a:srgbClr val="222A32"/>
                </a:solidFill>
              </a:defRPr>
            </a:defPPr>
            <a:lvl1pPr>
              <a:defRPr sz="1425" b="0">
                <a:solidFill>
                  <a:srgbClr val="222A32"/>
                </a:solidFill>
              </a:defRPr>
            </a:lvl1pPr>
            <a:lvl2pPr>
              <a:defRPr sz="1425" b="0">
                <a:solidFill>
                  <a:srgbClr val="222A32"/>
                </a:solidFill>
              </a:defRPr>
            </a:lvl2pPr>
            <a:lvl3pPr>
              <a:defRPr sz="1425" b="0">
                <a:solidFill>
                  <a:srgbClr val="222A32"/>
                </a:solidFill>
              </a:defRPr>
            </a:lvl3pPr>
            <a:lvl4pPr>
              <a:defRPr sz="1425" b="0">
                <a:solidFill>
                  <a:srgbClr val="222A32"/>
                </a:solidFill>
              </a:defRPr>
            </a:lvl4pPr>
            <a:lvl5pPr>
              <a:defRPr sz="1425" b="0">
                <a:solidFill>
                  <a:srgbClr val="222A32"/>
                </a:solidFill>
              </a:defRPr>
            </a:lvl5pPr>
            <a:lvl6pPr>
              <a:defRPr sz="1425" b="0">
                <a:solidFill>
                  <a:srgbClr val="222A32"/>
                </a:solidFill>
              </a:defRPr>
            </a:lvl6pPr>
            <a:lvl7pPr>
              <a:defRPr sz="1425" b="0">
                <a:solidFill>
                  <a:srgbClr val="222A32"/>
                </a:solidFill>
              </a:defRPr>
            </a:lvl7pPr>
            <a:lvl8pPr>
              <a:defRPr sz="1425" b="0">
                <a:solidFill>
                  <a:srgbClr val="222A32"/>
                </a:solidFill>
              </a:defRPr>
            </a:lvl8pPr>
            <a:lvl9pPr>
              <a:defRPr sz="1425" b="0">
                <a:solidFill>
                  <a:srgbClr val="222A32"/>
                </a:solidFill>
              </a:defRPr>
            </a:lvl9pPr>
          </a:lstStyle>
          <a:p>
            <a:pPr>
              <a:defRPr sz="1425" b="0">
                <a:solidFill>
                  <a:srgbClr val="222A32"/>
                </a:solidFill>
              </a:defRPr>
            </a:pPr>
            <a:r>
              <a:rPr sz="1425" b="0">
                <a:solidFill>
                  <a:srgbClr val="222A32"/>
                </a:solidFill>
              </a:rPr>
              <a:t>SSH login and credential checks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A39198-8B2F-42A8-BAB0-83B4031AF954}"/>
              </a:ext>
            </a:extLst>
          </p:cNvPr>
          <p:cNvSpPr>
            <a:spLocks noGrp="1"/>
          </p:cNvSpPr>
          <p:nvPr/>
        </p:nvSpPr>
        <p:spPr>
          <a:xfrm>
            <a:off x="723900" y="4152900"/>
            <a:ext cx="6905625" cy="647700"/>
          </a:xfrm>
          <a:prstGeom prst="rect">
            <a:avLst/>
          </a:prstGeom>
          <a:solidFill>
            <a:srgbClr val="F4F6F7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C0D776-7988-4B7B-9779-E1FAB909C056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476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B72B2C"/>
                </a:solidFill>
              </a:defRPr>
            </a:defPPr>
            <a:lvl1pPr>
              <a:defRPr sz="1200" b="1">
                <a:solidFill>
                  <a:srgbClr val="B72B2C"/>
                </a:solidFill>
              </a:defRPr>
            </a:lvl1pPr>
            <a:lvl2pPr>
              <a:defRPr sz="1200" b="1">
                <a:solidFill>
                  <a:srgbClr val="B72B2C"/>
                </a:solidFill>
              </a:defRPr>
            </a:lvl2pPr>
            <a:lvl3pPr>
              <a:defRPr sz="1200" b="1">
                <a:solidFill>
                  <a:srgbClr val="B72B2C"/>
                </a:solidFill>
              </a:defRPr>
            </a:lvl3pPr>
            <a:lvl4pPr>
              <a:defRPr sz="1200" b="1">
                <a:solidFill>
                  <a:srgbClr val="B72B2C"/>
                </a:solidFill>
              </a:defRPr>
            </a:lvl4pPr>
            <a:lvl5pPr>
              <a:defRPr sz="1200" b="1">
                <a:solidFill>
                  <a:srgbClr val="B72B2C"/>
                </a:solidFill>
              </a:defRPr>
            </a:lvl5pPr>
            <a:lvl6pPr>
              <a:defRPr sz="1200" b="1">
                <a:solidFill>
                  <a:srgbClr val="B72B2C"/>
                </a:solidFill>
              </a:defRPr>
            </a:lvl6pPr>
            <a:lvl7pPr>
              <a:defRPr sz="1200" b="1">
                <a:solidFill>
                  <a:srgbClr val="B72B2C"/>
                </a:solidFill>
              </a:defRPr>
            </a:lvl7pPr>
            <a:lvl8pPr>
              <a:defRPr sz="1200" b="1">
                <a:solidFill>
                  <a:srgbClr val="B72B2C"/>
                </a:solidFill>
              </a:defRPr>
            </a:lvl8pPr>
            <a:lvl9pPr>
              <a:defRPr sz="1200" b="1">
                <a:solidFill>
                  <a:srgbClr val="B72B2C"/>
                </a:solidFill>
              </a:defRPr>
            </a:lvl9pPr>
          </a:lstStyle>
          <a:p>
            <a:pPr>
              <a:defRPr sz="1200" b="1">
                <a:solidFill>
                  <a:srgbClr val="B72B2C"/>
                </a:solidFill>
              </a:defRPr>
            </a:pPr>
            <a:r>
              <a:rPr sz="1200" b="1">
                <a:solidFill>
                  <a:srgbClr val="B72B2C"/>
                </a:solidFill>
              </a:rPr>
              <a:t>COMPARISON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4C8216-8D40-4266-A9DB-B4A565406D30}"/>
              </a:ext>
            </a:extLst>
          </p:cNvPr>
          <p:cNvSpPr>
            <a:spLocks noGrp="1"/>
          </p:cNvSpPr>
          <p:nvPr/>
        </p:nvSpPr>
        <p:spPr>
          <a:xfrm>
            <a:off x="2381250" y="4333875"/>
            <a:ext cx="500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425" b="0">
                <a:solidFill>
                  <a:srgbClr val="222A32"/>
                </a:solidFill>
              </a:defRPr>
            </a:defPPr>
            <a:lvl1pPr>
              <a:defRPr sz="1425" b="0">
                <a:solidFill>
                  <a:srgbClr val="222A32"/>
                </a:solidFill>
              </a:defRPr>
            </a:lvl1pPr>
            <a:lvl2pPr>
              <a:defRPr sz="1425" b="0">
                <a:solidFill>
                  <a:srgbClr val="222A32"/>
                </a:solidFill>
              </a:defRPr>
            </a:lvl2pPr>
            <a:lvl3pPr>
              <a:defRPr sz="1425" b="0">
                <a:solidFill>
                  <a:srgbClr val="222A32"/>
                </a:solidFill>
              </a:defRPr>
            </a:lvl3pPr>
            <a:lvl4pPr>
              <a:defRPr sz="1425" b="0">
                <a:solidFill>
                  <a:srgbClr val="222A32"/>
                </a:solidFill>
              </a:defRPr>
            </a:lvl4pPr>
            <a:lvl5pPr>
              <a:defRPr sz="1425" b="0">
                <a:solidFill>
                  <a:srgbClr val="222A32"/>
                </a:solidFill>
              </a:defRPr>
            </a:lvl5pPr>
            <a:lvl6pPr>
              <a:defRPr sz="1425" b="0">
                <a:solidFill>
                  <a:srgbClr val="222A32"/>
                </a:solidFill>
              </a:defRPr>
            </a:lvl6pPr>
            <a:lvl7pPr>
              <a:defRPr sz="1425" b="0">
                <a:solidFill>
                  <a:srgbClr val="222A32"/>
                </a:solidFill>
              </a:defRPr>
            </a:lvl7pPr>
            <a:lvl8pPr>
              <a:defRPr sz="1425" b="0">
                <a:solidFill>
                  <a:srgbClr val="222A32"/>
                </a:solidFill>
              </a:defRPr>
            </a:lvl8pPr>
            <a:lvl9pPr>
              <a:defRPr sz="1425" b="0">
                <a:solidFill>
                  <a:srgbClr val="222A32"/>
                </a:solidFill>
              </a:defRPr>
            </a:lvl9pPr>
          </a:lstStyle>
          <a:p>
            <a:pPr>
              <a:defRPr sz="1425" b="0">
                <a:solidFill>
                  <a:srgbClr val="222A32"/>
                </a:solidFill>
              </a:defRPr>
            </a:pPr>
            <a:r>
              <a:rPr sz="1425" b="0">
                <a:solidFill>
                  <a:srgbClr val="222A32"/>
                </a:solidFill>
              </a:rPr>
              <a:t>Open and restricted endpoints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FAFE74-E99D-4411-8A2A-FC53BD9A0CF2}"/>
              </a:ext>
            </a:extLst>
          </p:cNvPr>
          <p:cNvSpPr>
            <a:spLocks noGrp="1"/>
          </p:cNvSpPr>
          <p:nvPr/>
        </p:nvSpPr>
        <p:spPr>
          <a:xfrm>
            <a:off x="723900" y="4895850"/>
            <a:ext cx="6905625" cy="647700"/>
          </a:xfrm>
          <a:prstGeom prst="rect">
            <a:avLst/>
          </a:prstGeom>
          <a:solidFill>
            <a:srgbClr val="F4F6F7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868C0D-DC3B-4001-86AD-C6119EFE329A}"/>
              </a:ext>
            </a:extLst>
          </p:cNvPr>
          <p:cNvSpPr>
            <a:spLocks noGrp="1"/>
          </p:cNvSpPr>
          <p:nvPr/>
        </p:nvSpPr>
        <p:spPr>
          <a:xfrm>
            <a:off x="904875" y="5095875"/>
            <a:ext cx="1476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B72B2C"/>
                </a:solidFill>
              </a:defRPr>
            </a:defPPr>
            <a:lvl1pPr>
              <a:defRPr sz="1200" b="1">
                <a:solidFill>
                  <a:srgbClr val="B72B2C"/>
                </a:solidFill>
              </a:defRPr>
            </a:lvl1pPr>
            <a:lvl2pPr>
              <a:defRPr sz="1200" b="1">
                <a:solidFill>
                  <a:srgbClr val="B72B2C"/>
                </a:solidFill>
              </a:defRPr>
            </a:lvl2pPr>
            <a:lvl3pPr>
              <a:defRPr sz="1200" b="1">
                <a:solidFill>
                  <a:srgbClr val="B72B2C"/>
                </a:solidFill>
              </a:defRPr>
            </a:lvl3pPr>
            <a:lvl4pPr>
              <a:defRPr sz="1200" b="1">
                <a:solidFill>
                  <a:srgbClr val="B72B2C"/>
                </a:solidFill>
              </a:defRPr>
            </a:lvl4pPr>
            <a:lvl5pPr>
              <a:defRPr sz="1200" b="1">
                <a:solidFill>
                  <a:srgbClr val="B72B2C"/>
                </a:solidFill>
              </a:defRPr>
            </a:lvl5pPr>
            <a:lvl6pPr>
              <a:defRPr sz="1200" b="1">
                <a:solidFill>
                  <a:srgbClr val="B72B2C"/>
                </a:solidFill>
              </a:defRPr>
            </a:lvl6pPr>
            <a:lvl7pPr>
              <a:defRPr sz="1200" b="1">
                <a:solidFill>
                  <a:srgbClr val="B72B2C"/>
                </a:solidFill>
              </a:defRPr>
            </a:lvl7pPr>
            <a:lvl8pPr>
              <a:defRPr sz="1200" b="1">
                <a:solidFill>
                  <a:srgbClr val="B72B2C"/>
                </a:solidFill>
              </a:defRPr>
            </a:lvl8pPr>
            <a:lvl9pPr>
              <a:defRPr sz="1200" b="1">
                <a:solidFill>
                  <a:srgbClr val="B72B2C"/>
                </a:solidFill>
              </a:defRPr>
            </a:lvl9pPr>
          </a:lstStyle>
          <a:p>
            <a:pPr>
              <a:defRPr sz="1200" b="1">
                <a:solidFill>
                  <a:srgbClr val="B72B2C"/>
                </a:solidFill>
              </a:defRPr>
            </a:pPr>
            <a:r>
              <a:rPr sz="1200" b="1">
                <a:solidFill>
                  <a:srgbClr val="B72B2C"/>
                </a:solidFill>
              </a:rPr>
              <a:t>ASSESSMENT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1E3A57-49D5-4C5B-A76E-71E7CD3BE55B}"/>
              </a:ext>
            </a:extLst>
          </p:cNvPr>
          <p:cNvSpPr>
            <a:spLocks noGrp="1"/>
          </p:cNvSpPr>
          <p:nvPr/>
        </p:nvSpPr>
        <p:spPr>
          <a:xfrm>
            <a:off x="2381250" y="5076825"/>
            <a:ext cx="500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425" b="0">
                <a:solidFill>
                  <a:srgbClr val="222A32"/>
                </a:solidFill>
              </a:defRPr>
            </a:defPPr>
            <a:lvl1pPr>
              <a:defRPr sz="1425" b="0">
                <a:solidFill>
                  <a:srgbClr val="222A32"/>
                </a:solidFill>
              </a:defRPr>
            </a:lvl1pPr>
            <a:lvl2pPr>
              <a:defRPr sz="1425" b="0">
                <a:solidFill>
                  <a:srgbClr val="222A32"/>
                </a:solidFill>
              </a:defRPr>
            </a:lvl2pPr>
            <a:lvl3pPr>
              <a:defRPr sz="1425" b="0">
                <a:solidFill>
                  <a:srgbClr val="222A32"/>
                </a:solidFill>
              </a:defRPr>
            </a:lvl3pPr>
            <a:lvl4pPr>
              <a:defRPr sz="1425" b="0">
                <a:solidFill>
                  <a:srgbClr val="222A32"/>
                </a:solidFill>
              </a:defRPr>
            </a:lvl4pPr>
            <a:lvl5pPr>
              <a:defRPr sz="1425" b="0">
                <a:solidFill>
                  <a:srgbClr val="222A32"/>
                </a:solidFill>
              </a:defRPr>
            </a:lvl5pPr>
            <a:lvl6pPr>
              <a:defRPr sz="1425" b="0">
                <a:solidFill>
                  <a:srgbClr val="222A32"/>
                </a:solidFill>
              </a:defRPr>
            </a:lvl6pPr>
            <a:lvl7pPr>
              <a:defRPr sz="1425" b="0">
                <a:solidFill>
                  <a:srgbClr val="222A32"/>
                </a:solidFill>
              </a:defRPr>
            </a:lvl7pPr>
            <a:lvl8pPr>
              <a:defRPr sz="1425" b="0">
                <a:solidFill>
                  <a:srgbClr val="222A32"/>
                </a:solidFill>
              </a:defRPr>
            </a:lvl8pPr>
            <a:lvl9pPr>
              <a:defRPr sz="1425" b="0">
                <a:solidFill>
                  <a:srgbClr val="222A32"/>
                </a:solidFill>
              </a:defRPr>
            </a:lvl9pPr>
          </a:lstStyle>
          <a:p>
            <a:pPr>
              <a:defRPr sz="1425" b="0">
                <a:solidFill>
                  <a:srgbClr val="222A32"/>
                </a:solidFill>
              </a:defRPr>
            </a:pPr>
            <a:r>
              <a:rPr sz="1425" b="0">
                <a:solidFill>
                  <a:srgbClr val="222A32"/>
                </a:solidFill>
              </a:rPr>
              <a:t>Service discovery and evidence-based ranking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1A89C-2935-4442-B86F-D616196709A1}"/>
              </a:ext>
            </a:extLst>
          </p:cNvPr>
          <p:cNvSpPr>
            <a:spLocks noGrp="1"/>
          </p:cNvSpPr>
          <p:nvPr/>
        </p:nvSpPr>
        <p:spPr>
          <a:xfrm>
            <a:off x="8048625" y="2724150"/>
            <a:ext cx="3190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B72B2C"/>
                </a:solidFill>
              </a:defRPr>
            </a:defPPr>
            <a:lvl1pPr>
              <a:defRPr sz="1200" b="1">
                <a:solidFill>
                  <a:srgbClr val="B72B2C"/>
                </a:solidFill>
              </a:defRPr>
            </a:lvl1pPr>
            <a:lvl2pPr>
              <a:defRPr sz="1200" b="1">
                <a:solidFill>
                  <a:srgbClr val="B72B2C"/>
                </a:solidFill>
              </a:defRPr>
            </a:lvl2pPr>
            <a:lvl3pPr>
              <a:defRPr sz="1200" b="1">
                <a:solidFill>
                  <a:srgbClr val="B72B2C"/>
                </a:solidFill>
              </a:defRPr>
            </a:lvl3pPr>
            <a:lvl4pPr>
              <a:defRPr sz="1200" b="1">
                <a:solidFill>
                  <a:srgbClr val="B72B2C"/>
                </a:solidFill>
              </a:defRPr>
            </a:lvl4pPr>
            <a:lvl5pPr>
              <a:defRPr sz="1200" b="1">
                <a:solidFill>
                  <a:srgbClr val="B72B2C"/>
                </a:solidFill>
              </a:defRPr>
            </a:lvl5pPr>
            <a:lvl6pPr>
              <a:defRPr sz="1200" b="1">
                <a:solidFill>
                  <a:srgbClr val="B72B2C"/>
                </a:solidFill>
              </a:defRPr>
            </a:lvl6pPr>
            <a:lvl7pPr>
              <a:defRPr sz="1200" b="1">
                <a:solidFill>
                  <a:srgbClr val="B72B2C"/>
                </a:solidFill>
              </a:defRPr>
            </a:lvl7pPr>
            <a:lvl8pPr>
              <a:defRPr sz="1200" b="1">
                <a:solidFill>
                  <a:srgbClr val="B72B2C"/>
                </a:solidFill>
              </a:defRPr>
            </a:lvl8pPr>
            <a:lvl9pPr>
              <a:defRPr sz="1200" b="1">
                <a:solidFill>
                  <a:srgbClr val="B72B2C"/>
                </a:solidFill>
              </a:defRPr>
            </a:lvl9pPr>
          </a:lstStyle>
          <a:p>
            <a:pPr>
              <a:defRPr sz="1200" b="1">
                <a:solidFill>
                  <a:srgbClr val="B72B2C"/>
                </a:solidFill>
              </a:defRPr>
            </a:pPr>
            <a:r>
              <a:rPr sz="1200" b="1">
                <a:solidFill>
                  <a:srgbClr val="B72B2C"/>
                </a:solidFill>
              </a:rPr>
              <a:t>HOW IT RUNS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830B88-500B-4E20-BAAB-9AA924095D43}"/>
              </a:ext>
            </a:extLst>
          </p:cNvPr>
          <p:cNvSpPr>
            <a:spLocks noGrp="1"/>
          </p:cNvSpPr>
          <p:nvPr/>
        </p:nvSpPr>
        <p:spPr>
          <a:xfrm>
            <a:off x="8048625" y="3067050"/>
            <a:ext cx="3143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725" b="1">
                <a:solidFill>
                  <a:srgbClr val="202830"/>
                </a:solidFill>
              </a:defRPr>
            </a:defPPr>
            <a:lvl1pPr>
              <a:defRPr sz="1725" b="1">
                <a:solidFill>
                  <a:srgbClr val="202830"/>
                </a:solidFill>
              </a:defRPr>
            </a:lvl1pPr>
            <a:lvl2pPr>
              <a:defRPr sz="1725" b="1">
                <a:solidFill>
                  <a:srgbClr val="202830"/>
                </a:solidFill>
              </a:defRPr>
            </a:lvl2pPr>
            <a:lvl3pPr>
              <a:defRPr sz="1725" b="1">
                <a:solidFill>
                  <a:srgbClr val="202830"/>
                </a:solidFill>
              </a:defRPr>
            </a:lvl3pPr>
            <a:lvl4pPr>
              <a:defRPr sz="1725" b="1">
                <a:solidFill>
                  <a:srgbClr val="202830"/>
                </a:solidFill>
              </a:defRPr>
            </a:lvl4pPr>
            <a:lvl5pPr>
              <a:defRPr sz="1725" b="1">
                <a:solidFill>
                  <a:srgbClr val="202830"/>
                </a:solidFill>
              </a:defRPr>
            </a:lvl5pPr>
            <a:lvl6pPr>
              <a:defRPr sz="1725" b="1">
                <a:solidFill>
                  <a:srgbClr val="202830"/>
                </a:solidFill>
              </a:defRPr>
            </a:lvl6pPr>
            <a:lvl7pPr>
              <a:defRPr sz="1725" b="1">
                <a:solidFill>
                  <a:srgbClr val="202830"/>
                </a:solidFill>
              </a:defRPr>
            </a:lvl7pPr>
            <a:lvl8pPr>
              <a:defRPr sz="1725" b="1">
                <a:solidFill>
                  <a:srgbClr val="202830"/>
                </a:solidFill>
              </a:defRPr>
            </a:lvl8pPr>
            <a:lvl9pPr>
              <a:defRPr sz="1725" b="1">
                <a:solidFill>
                  <a:srgbClr val="202830"/>
                </a:solidFill>
              </a:defRPr>
            </a:lvl9pPr>
          </a:lstStyle>
          <a:p>
            <a:pPr>
              <a:defRPr sz="1725" b="1">
                <a:solidFill>
                  <a:srgbClr val="202830"/>
                </a:solidFill>
              </a:defRPr>
            </a:pPr>
            <a:r>
              <a:rPr sz="1725" b="1">
                <a:solidFill>
                  <a:srgbClr val="202830"/>
                </a:solidFill>
              </a:rPr>
              <a:t>Docker Desktop + WSL 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BCFC37-5EB3-43F6-BB65-56C975F74470}"/>
              </a:ext>
            </a:extLst>
          </p:cNvPr>
          <p:cNvSpPr>
            <a:spLocks noGrp="1"/>
          </p:cNvSpPr>
          <p:nvPr/>
        </p:nvSpPr>
        <p:spPr>
          <a:xfrm>
            <a:off x="8048625" y="3524250"/>
            <a:ext cx="314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425" b="0">
                <a:solidFill>
                  <a:srgbClr val="222A32"/>
                </a:solidFill>
              </a:defRPr>
            </a:defPPr>
            <a:lvl1pPr>
              <a:defRPr sz="1425" b="0">
                <a:solidFill>
                  <a:srgbClr val="222A32"/>
                </a:solidFill>
              </a:defRPr>
            </a:lvl1pPr>
            <a:lvl2pPr>
              <a:defRPr sz="1425" b="0">
                <a:solidFill>
                  <a:srgbClr val="222A32"/>
                </a:solidFill>
              </a:defRPr>
            </a:lvl2pPr>
            <a:lvl3pPr>
              <a:defRPr sz="1425" b="0">
                <a:solidFill>
                  <a:srgbClr val="222A32"/>
                </a:solidFill>
              </a:defRPr>
            </a:lvl3pPr>
            <a:lvl4pPr>
              <a:defRPr sz="1425" b="0">
                <a:solidFill>
                  <a:srgbClr val="222A32"/>
                </a:solidFill>
              </a:defRPr>
            </a:lvl4pPr>
            <a:lvl5pPr>
              <a:defRPr sz="1425" b="0">
                <a:solidFill>
                  <a:srgbClr val="222A32"/>
                </a:solidFill>
              </a:defRPr>
            </a:lvl5pPr>
            <a:lvl6pPr>
              <a:defRPr sz="1425" b="0">
                <a:solidFill>
                  <a:srgbClr val="222A32"/>
                </a:solidFill>
              </a:defRPr>
            </a:lvl6pPr>
            <a:lvl7pPr>
              <a:defRPr sz="1425" b="0">
                <a:solidFill>
                  <a:srgbClr val="222A32"/>
                </a:solidFill>
              </a:defRPr>
            </a:lvl7pPr>
            <a:lvl8pPr>
              <a:defRPr sz="1425" b="0">
                <a:solidFill>
                  <a:srgbClr val="222A32"/>
                </a:solidFill>
              </a:defRPr>
            </a:lvl8pPr>
            <a:lvl9pPr>
              <a:defRPr sz="1425" b="0">
                <a:solidFill>
                  <a:srgbClr val="222A32"/>
                </a:solidFill>
              </a:defRPr>
            </a:lvl9pPr>
          </a:lstStyle>
          <a:p>
            <a:pPr>
              <a:defRPr sz="1425" b="0">
                <a:solidFill>
                  <a:srgbClr val="222A32"/>
                </a:solidFill>
              </a:defRPr>
            </a:pPr>
            <a:r>
              <a:rPr sz="1425" b="0">
                <a:solidFill>
                  <a:srgbClr val="222A32"/>
                </a:solidFill>
              </a:rPr>
              <a:t>Real services run in containers behind 127.0.0.2.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BCA1BA4-8D37-465E-A32E-62C1854081CA}"/>
              </a:ext>
            </a:extLst>
          </p:cNvPr>
          <p:cNvSpPr>
            <a:spLocks noGrp="1"/>
          </p:cNvSpPr>
          <p:nvPr/>
        </p:nvSpPr>
        <p:spPr>
          <a:xfrm>
            <a:off x="8048625" y="4457700"/>
            <a:ext cx="3143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 b="0">
                <a:solidFill>
                  <a:srgbClr val="222A32"/>
                </a:solidFill>
              </a:defRPr>
            </a:defPPr>
            <a:lvl1pPr>
              <a:defRPr sz="1350" b="0">
                <a:solidFill>
                  <a:srgbClr val="222A32"/>
                </a:solidFill>
              </a:defRPr>
            </a:lvl1pPr>
            <a:lvl2pPr>
              <a:defRPr sz="1350" b="0">
                <a:solidFill>
                  <a:srgbClr val="222A32"/>
                </a:solidFill>
              </a:defRPr>
            </a:lvl2pPr>
            <a:lvl3pPr>
              <a:defRPr sz="1350" b="0">
                <a:solidFill>
                  <a:srgbClr val="222A32"/>
                </a:solidFill>
              </a:defRPr>
            </a:lvl3pPr>
            <a:lvl4pPr>
              <a:defRPr sz="1350" b="0">
                <a:solidFill>
                  <a:srgbClr val="222A32"/>
                </a:solidFill>
              </a:defRPr>
            </a:lvl4pPr>
            <a:lvl5pPr>
              <a:defRPr sz="1350" b="0">
                <a:solidFill>
                  <a:srgbClr val="222A32"/>
                </a:solidFill>
              </a:defRPr>
            </a:lvl5pPr>
            <a:lvl6pPr>
              <a:defRPr sz="1350" b="0">
                <a:solidFill>
                  <a:srgbClr val="222A32"/>
                </a:solidFill>
              </a:defRPr>
            </a:lvl6pPr>
            <a:lvl7pPr>
              <a:defRPr sz="1350" b="0">
                <a:solidFill>
                  <a:srgbClr val="222A32"/>
                </a:solidFill>
              </a:defRPr>
            </a:lvl7pPr>
            <a:lvl8pPr>
              <a:defRPr sz="1350" b="0">
                <a:solidFill>
                  <a:srgbClr val="222A32"/>
                </a:solidFill>
              </a:defRPr>
            </a:lvl8pPr>
            <a:lvl9pPr>
              <a:defRPr sz="1350" b="0">
                <a:solidFill>
                  <a:srgbClr val="222A32"/>
                </a:solidFill>
              </a:defRPr>
            </a:lvl9pPr>
          </a:lstStyle>
          <a:p>
            <a:pPr>
              <a:defRPr sz="1350" b="0">
                <a:solidFill>
                  <a:srgbClr val="222A32"/>
                </a:solidFill>
              </a:defRPr>
            </a:pPr>
            <a:r>
              <a:rPr sz="1350" b="0">
                <a:solidFill>
                  <a:srgbClr val="222A32"/>
                </a:solidFill>
              </a:rPr>
              <a:t>Backend: pyftpdlib, AsyncSSH, Impacket and Redis.</a:t>
            </a:r>
          </a:p>
        </p:txBody>
      </p:sp>
    </p:spTree>
    <p:extLst>
      <p:ext uri="{BB962C8B-B14F-4D97-AF65-F5344CB8AC3E}">
        <p14:creationId xmlns:p14="http://schemas.microsoft.com/office/powerpoint/2010/main" val="491186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8AB04F8-DD48-4F27-B33F-2C5B0B8B1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14287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BB05550-BE10-46CC-A721-47A6546029A4}"/>
              </a:ext>
            </a:extLst>
          </p:cNvPr>
          <p:cNvSpPr>
            <a:spLocks noGrp="1"/>
          </p:cNvSpPr>
          <p:nvPr/>
        </p:nvSpPr>
        <p:spPr>
          <a:xfrm>
            <a:off x="714375" y="1571625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400" b="1">
                <a:solidFill>
                  <a:srgbClr val="202830"/>
                </a:solidFill>
              </a:defRPr>
            </a:defPPr>
            <a:lvl1pPr>
              <a:defRPr sz="2400" b="1">
                <a:solidFill>
                  <a:srgbClr val="202830"/>
                </a:solidFill>
              </a:defRPr>
            </a:lvl1pPr>
            <a:lvl2pPr>
              <a:defRPr sz="2400" b="1">
                <a:solidFill>
                  <a:srgbClr val="202830"/>
                </a:solidFill>
              </a:defRPr>
            </a:lvl2pPr>
            <a:lvl3pPr>
              <a:defRPr sz="2400" b="1">
                <a:solidFill>
                  <a:srgbClr val="202830"/>
                </a:solidFill>
              </a:defRPr>
            </a:lvl3pPr>
            <a:lvl4pPr>
              <a:defRPr sz="2400" b="1">
                <a:solidFill>
                  <a:srgbClr val="202830"/>
                </a:solidFill>
              </a:defRPr>
            </a:lvl4pPr>
            <a:lvl5pPr>
              <a:defRPr sz="2400" b="1">
                <a:solidFill>
                  <a:srgbClr val="202830"/>
                </a:solidFill>
              </a:defRPr>
            </a:lvl5pPr>
            <a:lvl6pPr>
              <a:defRPr sz="2400" b="1">
                <a:solidFill>
                  <a:srgbClr val="202830"/>
                </a:solidFill>
              </a:defRPr>
            </a:lvl6pPr>
            <a:lvl7pPr>
              <a:defRPr sz="2400" b="1">
                <a:solidFill>
                  <a:srgbClr val="202830"/>
                </a:solidFill>
              </a:defRPr>
            </a:lvl7pPr>
            <a:lvl8pPr>
              <a:defRPr sz="2400" b="1">
                <a:solidFill>
                  <a:srgbClr val="202830"/>
                </a:solidFill>
              </a:defRPr>
            </a:lvl8pPr>
            <a:lvl9pPr>
              <a:defRPr sz="2400" b="1">
                <a:solidFill>
                  <a:srgbClr val="202830"/>
                </a:solidFill>
              </a:defRPr>
            </a:lvl9pPr>
          </a:lstStyle>
          <a:p>
            <a:pPr>
              <a:defRPr sz="2400" b="1">
                <a:solidFill>
                  <a:srgbClr val="202830"/>
                </a:solidFill>
              </a:defRPr>
            </a:pPr>
            <a:r>
              <a:rPr sz="2400" b="1">
                <a:solidFill>
                  <a:srgbClr val="202830"/>
                </a:solidFill>
              </a:rPr>
              <a:t>Office Network  |  Assessment Results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156B21-1083-4E54-98A7-18B347B80904}"/>
              </a:ext>
            </a:extLst>
          </p:cNvPr>
          <p:cNvSpPr>
            <a:spLocks noGrp="1"/>
          </p:cNvSpPr>
          <p:nvPr/>
        </p:nvSpPr>
        <p:spPr>
          <a:xfrm>
            <a:off x="723900" y="2047875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75" b="0">
                <a:solidFill>
                  <a:srgbClr val="53606C"/>
                </a:solidFill>
              </a:defRPr>
            </a:defPPr>
            <a:lvl1pPr>
              <a:defRPr sz="1275" b="0">
                <a:solidFill>
                  <a:srgbClr val="53606C"/>
                </a:solidFill>
              </a:defRPr>
            </a:lvl1pPr>
            <a:lvl2pPr>
              <a:defRPr sz="1275" b="0">
                <a:solidFill>
                  <a:srgbClr val="53606C"/>
                </a:solidFill>
              </a:defRPr>
            </a:lvl2pPr>
            <a:lvl3pPr>
              <a:defRPr sz="1275" b="0">
                <a:solidFill>
                  <a:srgbClr val="53606C"/>
                </a:solidFill>
              </a:defRPr>
            </a:lvl3pPr>
            <a:lvl4pPr>
              <a:defRPr sz="1275" b="0">
                <a:solidFill>
                  <a:srgbClr val="53606C"/>
                </a:solidFill>
              </a:defRPr>
            </a:lvl4pPr>
            <a:lvl5pPr>
              <a:defRPr sz="1275" b="0">
                <a:solidFill>
                  <a:srgbClr val="53606C"/>
                </a:solidFill>
              </a:defRPr>
            </a:lvl5pPr>
            <a:lvl6pPr>
              <a:defRPr sz="1275" b="0">
                <a:solidFill>
                  <a:srgbClr val="53606C"/>
                </a:solidFill>
              </a:defRPr>
            </a:lvl6pPr>
            <a:lvl7pPr>
              <a:defRPr sz="1275" b="0">
                <a:solidFill>
                  <a:srgbClr val="53606C"/>
                </a:solidFill>
              </a:defRPr>
            </a:lvl7pPr>
            <a:lvl8pPr>
              <a:defRPr sz="1275" b="0">
                <a:solidFill>
                  <a:srgbClr val="53606C"/>
                </a:solidFill>
              </a:defRPr>
            </a:lvl8pPr>
            <a:lvl9pPr>
              <a:defRPr sz="1275" b="0">
                <a:solidFill>
                  <a:srgbClr val="53606C"/>
                </a:solidFill>
              </a:defRPr>
            </a:lvl9pPr>
          </a:lstStyle>
          <a:p>
            <a:pPr>
              <a:defRPr sz="1275" b="0">
                <a:solidFill>
                  <a:srgbClr val="53606C"/>
                </a:solidFill>
              </a:defRPr>
            </a:pPr>
            <a:r>
              <a:rPr sz="1275" b="0">
                <a:solidFill>
                  <a:srgbClr val="53606C"/>
                </a:solidFill>
              </a:rPr>
              <a:t>5 observed policy issues  /  findings from a recorded run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B4A741-6A97-4F32-99D2-DC53AC10580D}"/>
              </a:ext>
            </a:extLst>
          </p:cNvPr>
          <p:cNvSpPr>
            <a:spLocks noGrp="1"/>
          </p:cNvSpPr>
          <p:nvPr/>
        </p:nvSpPr>
        <p:spPr>
          <a:xfrm>
            <a:off x="723900" y="2419350"/>
            <a:ext cx="704850" cy="47625"/>
          </a:xfrm>
          <a:prstGeom prst="rect">
            <a:avLst/>
          </a:prstGeom>
          <a:solidFill>
            <a:srgbClr val="B72B2C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D2839E-8FC9-480A-B596-FF5C4B13C352}"/>
              </a:ext>
            </a:extLst>
          </p:cNvPr>
          <p:cNvSpPr>
            <a:spLocks noGrp="1"/>
          </p:cNvSpPr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B72B2C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43252A-8BD9-4C9E-AC16-D33EE26295BD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050" b="0">
                <a:solidFill>
                  <a:srgbClr val="53606C"/>
                </a:solidFill>
              </a:defRPr>
            </a:defPPr>
            <a:lvl1pPr>
              <a:defRPr sz="1050" b="0">
                <a:solidFill>
                  <a:srgbClr val="53606C"/>
                </a:solidFill>
              </a:defRPr>
            </a:lvl1pPr>
            <a:lvl2pPr>
              <a:defRPr sz="1050" b="0">
                <a:solidFill>
                  <a:srgbClr val="53606C"/>
                </a:solidFill>
              </a:defRPr>
            </a:lvl2pPr>
            <a:lvl3pPr>
              <a:defRPr sz="1050" b="0">
                <a:solidFill>
                  <a:srgbClr val="53606C"/>
                </a:solidFill>
              </a:defRPr>
            </a:lvl3pPr>
            <a:lvl4pPr>
              <a:defRPr sz="1050" b="0">
                <a:solidFill>
                  <a:srgbClr val="53606C"/>
                </a:solidFill>
              </a:defRPr>
            </a:lvl4pPr>
            <a:lvl5pPr>
              <a:defRPr sz="1050" b="0">
                <a:solidFill>
                  <a:srgbClr val="53606C"/>
                </a:solidFill>
              </a:defRPr>
            </a:lvl5pPr>
            <a:lvl6pPr>
              <a:defRPr sz="1050" b="0">
                <a:solidFill>
                  <a:srgbClr val="53606C"/>
                </a:solidFill>
              </a:defRPr>
            </a:lvl6pPr>
            <a:lvl7pPr>
              <a:defRPr sz="1050" b="0">
                <a:solidFill>
                  <a:srgbClr val="53606C"/>
                </a:solidFill>
              </a:defRPr>
            </a:lvl7pPr>
            <a:lvl8pPr>
              <a:defRPr sz="1050" b="0">
                <a:solidFill>
                  <a:srgbClr val="53606C"/>
                </a:solidFill>
              </a:defRPr>
            </a:lvl8pPr>
            <a:lvl9pPr>
              <a:defRPr sz="1050" b="0">
                <a:solidFill>
                  <a:srgbClr val="53606C"/>
                </a:solidFill>
              </a:defRPr>
            </a:lvl9pPr>
          </a:lstStyle>
          <a:p>
            <a:pPr>
              <a:defRPr sz="1050" b="0">
                <a:solidFill>
                  <a:srgbClr val="53606C"/>
                </a:solidFill>
              </a:defRPr>
            </a:pPr>
            <a:r>
              <a:rPr sz="1050" b="0">
                <a:solidFill>
                  <a:srgbClr val="53606C"/>
                </a:solidFill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B03958-CB40-4091-836E-87F1B1A742DB}"/>
              </a:ext>
            </a:extLst>
          </p:cNvPr>
          <p:cNvSpPr>
            <a:spLocks noGrp="1"/>
          </p:cNvSpPr>
          <p:nvPr/>
        </p:nvSpPr>
        <p:spPr>
          <a:xfrm>
            <a:off x="723900" y="2667000"/>
            <a:ext cx="6905625" cy="647700"/>
          </a:xfrm>
          <a:prstGeom prst="rect">
            <a:avLst/>
          </a:prstGeom>
          <a:solidFill>
            <a:srgbClr val="F4F6F7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B55819-BDDC-4B41-8092-3742A3256E5E}"/>
              </a:ext>
            </a:extLst>
          </p:cNvPr>
          <p:cNvSpPr>
            <a:spLocks noGrp="1"/>
          </p:cNvSpPr>
          <p:nvPr/>
        </p:nvSpPr>
        <p:spPr>
          <a:xfrm>
            <a:off x="904875" y="2867025"/>
            <a:ext cx="1476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B72B2C"/>
                </a:solidFill>
              </a:defRPr>
            </a:defPPr>
            <a:lvl1pPr>
              <a:defRPr sz="1200" b="1">
                <a:solidFill>
                  <a:srgbClr val="B72B2C"/>
                </a:solidFill>
              </a:defRPr>
            </a:lvl1pPr>
            <a:lvl2pPr>
              <a:defRPr sz="1200" b="1">
                <a:solidFill>
                  <a:srgbClr val="B72B2C"/>
                </a:solidFill>
              </a:defRPr>
            </a:lvl2pPr>
            <a:lvl3pPr>
              <a:defRPr sz="1200" b="1">
                <a:solidFill>
                  <a:srgbClr val="B72B2C"/>
                </a:solidFill>
              </a:defRPr>
            </a:lvl3pPr>
            <a:lvl4pPr>
              <a:defRPr sz="1200" b="1">
                <a:solidFill>
                  <a:srgbClr val="B72B2C"/>
                </a:solidFill>
              </a:defRPr>
            </a:lvl4pPr>
            <a:lvl5pPr>
              <a:defRPr sz="1200" b="1">
                <a:solidFill>
                  <a:srgbClr val="B72B2C"/>
                </a:solidFill>
              </a:defRPr>
            </a:lvl5pPr>
            <a:lvl6pPr>
              <a:defRPr sz="1200" b="1">
                <a:solidFill>
                  <a:srgbClr val="B72B2C"/>
                </a:solidFill>
              </a:defRPr>
            </a:lvl6pPr>
            <a:lvl7pPr>
              <a:defRPr sz="1200" b="1">
                <a:solidFill>
                  <a:srgbClr val="B72B2C"/>
                </a:solidFill>
              </a:defRPr>
            </a:lvl7pPr>
            <a:lvl8pPr>
              <a:defRPr sz="1200" b="1">
                <a:solidFill>
                  <a:srgbClr val="B72B2C"/>
                </a:solidFill>
              </a:defRPr>
            </a:lvl8pPr>
            <a:lvl9pPr>
              <a:defRPr sz="1200" b="1">
                <a:solidFill>
                  <a:srgbClr val="B72B2C"/>
                </a:solidFill>
              </a:defRPr>
            </a:lvl9pPr>
          </a:lstStyle>
          <a:p>
            <a:pPr>
              <a:defRPr sz="1200" b="1">
                <a:solidFill>
                  <a:srgbClr val="B72B2C"/>
                </a:solidFill>
              </a:defRPr>
            </a:pPr>
            <a:r>
              <a:rPr sz="1200" b="1">
                <a:solidFill>
                  <a:srgbClr val="B72B2C"/>
                </a:solidFill>
              </a:rPr>
              <a:t>FTP  ·  2121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301AC8-9144-4120-9F16-368136C67356}"/>
              </a:ext>
            </a:extLst>
          </p:cNvPr>
          <p:cNvSpPr>
            <a:spLocks noGrp="1"/>
          </p:cNvSpPr>
          <p:nvPr/>
        </p:nvSpPr>
        <p:spPr>
          <a:xfrm>
            <a:off x="2381250" y="2847975"/>
            <a:ext cx="500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425" b="0">
                <a:solidFill>
                  <a:srgbClr val="222A32"/>
                </a:solidFill>
              </a:defRPr>
            </a:defPPr>
            <a:lvl1pPr>
              <a:defRPr sz="1425" b="0">
                <a:solidFill>
                  <a:srgbClr val="222A32"/>
                </a:solidFill>
              </a:defRPr>
            </a:lvl1pPr>
            <a:lvl2pPr>
              <a:defRPr sz="1425" b="0">
                <a:solidFill>
                  <a:srgbClr val="222A32"/>
                </a:solidFill>
              </a:defRPr>
            </a:lvl2pPr>
            <a:lvl3pPr>
              <a:defRPr sz="1425" b="0">
                <a:solidFill>
                  <a:srgbClr val="222A32"/>
                </a:solidFill>
              </a:defRPr>
            </a:lvl3pPr>
            <a:lvl4pPr>
              <a:defRPr sz="1425" b="0">
                <a:solidFill>
                  <a:srgbClr val="222A32"/>
                </a:solidFill>
              </a:defRPr>
            </a:lvl4pPr>
            <a:lvl5pPr>
              <a:defRPr sz="1425" b="0">
                <a:solidFill>
                  <a:srgbClr val="222A32"/>
                </a:solidFill>
              </a:defRPr>
            </a:lvl5pPr>
            <a:lvl6pPr>
              <a:defRPr sz="1425" b="0">
                <a:solidFill>
                  <a:srgbClr val="222A32"/>
                </a:solidFill>
              </a:defRPr>
            </a:lvl6pPr>
            <a:lvl7pPr>
              <a:defRPr sz="1425" b="0">
                <a:solidFill>
                  <a:srgbClr val="222A32"/>
                </a:solidFill>
              </a:defRPr>
            </a:lvl7pPr>
            <a:lvl8pPr>
              <a:defRPr sz="1425" b="0">
                <a:solidFill>
                  <a:srgbClr val="222A32"/>
                </a:solidFill>
              </a:defRPr>
            </a:lvl8pPr>
            <a:lvl9pPr>
              <a:defRPr sz="1425" b="0">
                <a:solidFill>
                  <a:srgbClr val="222A32"/>
                </a:solidFill>
              </a:defRPr>
            </a:lvl9pPr>
          </a:lstStyle>
          <a:p>
            <a:pPr>
              <a:defRPr sz="1425" b="0">
                <a:solidFill>
                  <a:srgbClr val="222A32"/>
                </a:solidFill>
              </a:defRPr>
            </a:pPr>
            <a:r>
              <a:rPr sz="1425" b="0">
                <a:solidFill>
                  <a:srgbClr val="222A32"/>
                </a:solidFill>
              </a:rPr>
              <a:t>Anonymous login accepted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902CA7-6039-4EDB-ACF6-65170D348027}"/>
              </a:ext>
            </a:extLst>
          </p:cNvPr>
          <p:cNvSpPr>
            <a:spLocks noGrp="1"/>
          </p:cNvSpPr>
          <p:nvPr/>
        </p:nvSpPr>
        <p:spPr>
          <a:xfrm>
            <a:off x="723900" y="3409950"/>
            <a:ext cx="6905625" cy="647700"/>
          </a:xfrm>
          <a:prstGeom prst="rect">
            <a:avLst/>
          </a:prstGeom>
          <a:solidFill>
            <a:srgbClr val="F4F6F7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01FB4E-9BDB-461E-990D-ADDD777FC858}"/>
              </a:ext>
            </a:extLst>
          </p:cNvPr>
          <p:cNvSpPr>
            <a:spLocks noGrp="1"/>
          </p:cNvSpPr>
          <p:nvPr/>
        </p:nvSpPr>
        <p:spPr>
          <a:xfrm>
            <a:off x="904875" y="3609975"/>
            <a:ext cx="1476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B72B2C"/>
                </a:solidFill>
              </a:defRPr>
            </a:defPPr>
            <a:lvl1pPr>
              <a:defRPr sz="1200" b="1">
                <a:solidFill>
                  <a:srgbClr val="B72B2C"/>
                </a:solidFill>
              </a:defRPr>
            </a:lvl1pPr>
            <a:lvl2pPr>
              <a:defRPr sz="1200" b="1">
                <a:solidFill>
                  <a:srgbClr val="B72B2C"/>
                </a:solidFill>
              </a:defRPr>
            </a:lvl2pPr>
            <a:lvl3pPr>
              <a:defRPr sz="1200" b="1">
                <a:solidFill>
                  <a:srgbClr val="B72B2C"/>
                </a:solidFill>
              </a:defRPr>
            </a:lvl3pPr>
            <a:lvl4pPr>
              <a:defRPr sz="1200" b="1">
                <a:solidFill>
                  <a:srgbClr val="B72B2C"/>
                </a:solidFill>
              </a:defRPr>
            </a:lvl4pPr>
            <a:lvl5pPr>
              <a:defRPr sz="1200" b="1">
                <a:solidFill>
                  <a:srgbClr val="B72B2C"/>
                </a:solidFill>
              </a:defRPr>
            </a:lvl5pPr>
            <a:lvl6pPr>
              <a:defRPr sz="1200" b="1">
                <a:solidFill>
                  <a:srgbClr val="B72B2C"/>
                </a:solidFill>
              </a:defRPr>
            </a:lvl6pPr>
            <a:lvl7pPr>
              <a:defRPr sz="1200" b="1">
                <a:solidFill>
                  <a:srgbClr val="B72B2C"/>
                </a:solidFill>
              </a:defRPr>
            </a:lvl7pPr>
            <a:lvl8pPr>
              <a:defRPr sz="1200" b="1">
                <a:solidFill>
                  <a:srgbClr val="B72B2C"/>
                </a:solidFill>
              </a:defRPr>
            </a:lvl8pPr>
            <a:lvl9pPr>
              <a:defRPr sz="1200" b="1">
                <a:solidFill>
                  <a:srgbClr val="B72B2C"/>
                </a:solidFill>
              </a:defRPr>
            </a:lvl9pPr>
          </a:lstStyle>
          <a:p>
            <a:pPr>
              <a:defRPr sz="1200" b="1">
                <a:solidFill>
                  <a:srgbClr val="B72B2C"/>
                </a:solidFill>
              </a:defRPr>
            </a:pPr>
            <a:r>
              <a:rPr sz="1200" b="1">
                <a:solidFill>
                  <a:srgbClr val="B72B2C"/>
                </a:solidFill>
              </a:rPr>
              <a:t>SMB  ·  1445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801390-B1F3-4856-994C-38CF1A223530}"/>
              </a:ext>
            </a:extLst>
          </p:cNvPr>
          <p:cNvSpPr>
            <a:spLocks noGrp="1"/>
          </p:cNvSpPr>
          <p:nvPr/>
        </p:nvSpPr>
        <p:spPr>
          <a:xfrm>
            <a:off x="2381250" y="3590925"/>
            <a:ext cx="500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425" b="0">
                <a:solidFill>
                  <a:srgbClr val="222A32"/>
                </a:solidFill>
              </a:defRPr>
            </a:defPPr>
            <a:lvl1pPr>
              <a:defRPr sz="1425" b="0">
                <a:solidFill>
                  <a:srgbClr val="222A32"/>
                </a:solidFill>
              </a:defRPr>
            </a:lvl1pPr>
            <a:lvl2pPr>
              <a:defRPr sz="1425" b="0">
                <a:solidFill>
                  <a:srgbClr val="222A32"/>
                </a:solidFill>
              </a:defRPr>
            </a:lvl2pPr>
            <a:lvl3pPr>
              <a:defRPr sz="1425" b="0">
                <a:solidFill>
                  <a:srgbClr val="222A32"/>
                </a:solidFill>
              </a:defRPr>
            </a:lvl3pPr>
            <a:lvl4pPr>
              <a:defRPr sz="1425" b="0">
                <a:solidFill>
                  <a:srgbClr val="222A32"/>
                </a:solidFill>
              </a:defRPr>
            </a:lvl4pPr>
            <a:lvl5pPr>
              <a:defRPr sz="1425" b="0">
                <a:solidFill>
                  <a:srgbClr val="222A32"/>
                </a:solidFill>
              </a:defRPr>
            </a:lvl5pPr>
            <a:lvl6pPr>
              <a:defRPr sz="1425" b="0">
                <a:solidFill>
                  <a:srgbClr val="222A32"/>
                </a:solidFill>
              </a:defRPr>
            </a:lvl6pPr>
            <a:lvl7pPr>
              <a:defRPr sz="1425" b="0">
                <a:solidFill>
                  <a:srgbClr val="222A32"/>
                </a:solidFill>
              </a:defRPr>
            </a:lvl7pPr>
            <a:lvl8pPr>
              <a:defRPr sz="1425" b="0">
                <a:solidFill>
                  <a:srgbClr val="222A32"/>
                </a:solidFill>
              </a:defRPr>
            </a:lvl8pPr>
            <a:lvl9pPr>
              <a:defRPr sz="1425" b="0">
                <a:solidFill>
                  <a:srgbClr val="222A32"/>
                </a:solidFill>
              </a:defRPr>
            </a:lvl9pPr>
          </a:lstStyle>
          <a:p>
            <a:pPr>
              <a:defRPr sz="1425" b="0">
                <a:solidFill>
                  <a:srgbClr val="222A32"/>
                </a:solidFill>
              </a:defRPr>
            </a:pPr>
            <a:r>
              <a:rPr sz="1425" b="0">
                <a:solidFill>
                  <a:srgbClr val="222A32"/>
                </a:solidFill>
              </a:rPr>
              <a:t>Guest access accepted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51F162-3569-4D69-AEA7-68469FF2DA5A}"/>
              </a:ext>
            </a:extLst>
          </p:cNvPr>
          <p:cNvSpPr>
            <a:spLocks noGrp="1"/>
          </p:cNvSpPr>
          <p:nvPr/>
        </p:nvSpPr>
        <p:spPr>
          <a:xfrm>
            <a:off x="723900" y="4152900"/>
            <a:ext cx="6905625" cy="647700"/>
          </a:xfrm>
          <a:prstGeom prst="rect">
            <a:avLst/>
          </a:prstGeom>
          <a:solidFill>
            <a:srgbClr val="F4F6F7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B50FBF-3D3F-481B-8ACC-91DE77D35AF0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476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B72B2C"/>
                </a:solidFill>
              </a:defRPr>
            </a:defPPr>
            <a:lvl1pPr>
              <a:defRPr sz="1200" b="1">
                <a:solidFill>
                  <a:srgbClr val="B72B2C"/>
                </a:solidFill>
              </a:defRPr>
            </a:lvl1pPr>
            <a:lvl2pPr>
              <a:defRPr sz="1200" b="1">
                <a:solidFill>
                  <a:srgbClr val="B72B2C"/>
                </a:solidFill>
              </a:defRPr>
            </a:lvl2pPr>
            <a:lvl3pPr>
              <a:defRPr sz="1200" b="1">
                <a:solidFill>
                  <a:srgbClr val="B72B2C"/>
                </a:solidFill>
              </a:defRPr>
            </a:lvl3pPr>
            <a:lvl4pPr>
              <a:defRPr sz="1200" b="1">
                <a:solidFill>
                  <a:srgbClr val="B72B2C"/>
                </a:solidFill>
              </a:defRPr>
            </a:lvl4pPr>
            <a:lvl5pPr>
              <a:defRPr sz="1200" b="1">
                <a:solidFill>
                  <a:srgbClr val="B72B2C"/>
                </a:solidFill>
              </a:defRPr>
            </a:lvl5pPr>
            <a:lvl6pPr>
              <a:defRPr sz="1200" b="1">
                <a:solidFill>
                  <a:srgbClr val="B72B2C"/>
                </a:solidFill>
              </a:defRPr>
            </a:lvl6pPr>
            <a:lvl7pPr>
              <a:defRPr sz="1200" b="1">
                <a:solidFill>
                  <a:srgbClr val="B72B2C"/>
                </a:solidFill>
              </a:defRPr>
            </a:lvl7pPr>
            <a:lvl8pPr>
              <a:defRPr sz="1200" b="1">
                <a:solidFill>
                  <a:srgbClr val="B72B2C"/>
                </a:solidFill>
              </a:defRPr>
            </a:lvl8pPr>
            <a:lvl9pPr>
              <a:defRPr sz="1200" b="1">
                <a:solidFill>
                  <a:srgbClr val="B72B2C"/>
                </a:solidFill>
              </a:defRPr>
            </a:lvl9pPr>
          </a:lstStyle>
          <a:p>
            <a:pPr>
              <a:defRPr sz="1200" b="1">
                <a:solidFill>
                  <a:srgbClr val="B72B2C"/>
                </a:solidFill>
              </a:defRPr>
            </a:pPr>
            <a:r>
              <a:rPr sz="1200" b="1">
                <a:solidFill>
                  <a:srgbClr val="B72B2C"/>
                </a:solidFill>
              </a:rPr>
              <a:t>SMB  ·  1445/1446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B733F0-D13A-414E-A4DF-9C7FFD05B2C0}"/>
              </a:ext>
            </a:extLst>
          </p:cNvPr>
          <p:cNvSpPr>
            <a:spLocks noGrp="1"/>
          </p:cNvSpPr>
          <p:nvPr/>
        </p:nvSpPr>
        <p:spPr>
          <a:xfrm>
            <a:off x="2381250" y="4333875"/>
            <a:ext cx="500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425" b="0">
                <a:solidFill>
                  <a:srgbClr val="222A32"/>
                </a:solidFill>
              </a:defRPr>
            </a:defPPr>
            <a:lvl1pPr>
              <a:defRPr sz="1425" b="0">
                <a:solidFill>
                  <a:srgbClr val="222A32"/>
                </a:solidFill>
              </a:defRPr>
            </a:lvl1pPr>
            <a:lvl2pPr>
              <a:defRPr sz="1425" b="0">
                <a:solidFill>
                  <a:srgbClr val="222A32"/>
                </a:solidFill>
              </a:defRPr>
            </a:lvl2pPr>
            <a:lvl3pPr>
              <a:defRPr sz="1425" b="0">
                <a:solidFill>
                  <a:srgbClr val="222A32"/>
                </a:solidFill>
              </a:defRPr>
            </a:lvl3pPr>
            <a:lvl4pPr>
              <a:defRPr sz="1425" b="0">
                <a:solidFill>
                  <a:srgbClr val="222A32"/>
                </a:solidFill>
              </a:defRPr>
            </a:lvl4pPr>
            <a:lvl5pPr>
              <a:defRPr sz="1425" b="0">
                <a:solidFill>
                  <a:srgbClr val="222A32"/>
                </a:solidFill>
              </a:defRPr>
            </a:lvl5pPr>
            <a:lvl6pPr>
              <a:defRPr sz="1425" b="0">
                <a:solidFill>
                  <a:srgbClr val="222A32"/>
                </a:solidFill>
              </a:defRPr>
            </a:lvl6pPr>
            <a:lvl7pPr>
              <a:defRPr sz="1425" b="0">
                <a:solidFill>
                  <a:srgbClr val="222A32"/>
                </a:solidFill>
              </a:defRPr>
            </a:lvl7pPr>
            <a:lvl8pPr>
              <a:defRPr sz="1425" b="0">
                <a:solidFill>
                  <a:srgbClr val="222A32"/>
                </a:solidFill>
              </a:defRPr>
            </a:lvl8pPr>
            <a:lvl9pPr>
              <a:defRPr sz="1425" b="0">
                <a:solidFill>
                  <a:srgbClr val="222A32"/>
                </a:solidFill>
              </a:defRPr>
            </a:lvl9pPr>
          </a:lstStyle>
          <a:p>
            <a:pPr>
              <a:defRPr sz="1425" b="0">
                <a:solidFill>
                  <a:srgbClr val="222A32"/>
                </a:solidFill>
              </a:defRPr>
            </a:pPr>
            <a:r>
              <a:rPr sz="1425" b="0">
                <a:solidFill>
                  <a:srgbClr val="222A32"/>
                </a:solidFill>
              </a:rPr>
              <a:t>Signing not required on two endpoints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14F5AC-91E0-45BA-B3B0-E48458865495}"/>
              </a:ext>
            </a:extLst>
          </p:cNvPr>
          <p:cNvSpPr>
            <a:spLocks noGrp="1"/>
          </p:cNvSpPr>
          <p:nvPr/>
        </p:nvSpPr>
        <p:spPr>
          <a:xfrm>
            <a:off x="723900" y="4895850"/>
            <a:ext cx="6905625" cy="647700"/>
          </a:xfrm>
          <a:prstGeom prst="rect">
            <a:avLst/>
          </a:prstGeom>
          <a:solidFill>
            <a:srgbClr val="F4F6F7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7D80471-3BF7-430E-8250-15315AADBE84}"/>
              </a:ext>
            </a:extLst>
          </p:cNvPr>
          <p:cNvSpPr>
            <a:spLocks noGrp="1"/>
          </p:cNvSpPr>
          <p:nvPr/>
        </p:nvSpPr>
        <p:spPr>
          <a:xfrm>
            <a:off x="904875" y="5095875"/>
            <a:ext cx="1476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B72B2C"/>
                </a:solidFill>
              </a:defRPr>
            </a:defPPr>
            <a:lvl1pPr>
              <a:defRPr sz="1200" b="1">
                <a:solidFill>
                  <a:srgbClr val="B72B2C"/>
                </a:solidFill>
              </a:defRPr>
            </a:lvl1pPr>
            <a:lvl2pPr>
              <a:defRPr sz="1200" b="1">
                <a:solidFill>
                  <a:srgbClr val="B72B2C"/>
                </a:solidFill>
              </a:defRPr>
            </a:lvl2pPr>
            <a:lvl3pPr>
              <a:defRPr sz="1200" b="1">
                <a:solidFill>
                  <a:srgbClr val="B72B2C"/>
                </a:solidFill>
              </a:defRPr>
            </a:lvl3pPr>
            <a:lvl4pPr>
              <a:defRPr sz="1200" b="1">
                <a:solidFill>
                  <a:srgbClr val="B72B2C"/>
                </a:solidFill>
              </a:defRPr>
            </a:lvl4pPr>
            <a:lvl5pPr>
              <a:defRPr sz="1200" b="1">
                <a:solidFill>
                  <a:srgbClr val="B72B2C"/>
                </a:solidFill>
              </a:defRPr>
            </a:lvl5pPr>
            <a:lvl6pPr>
              <a:defRPr sz="1200" b="1">
                <a:solidFill>
                  <a:srgbClr val="B72B2C"/>
                </a:solidFill>
              </a:defRPr>
            </a:lvl6pPr>
            <a:lvl7pPr>
              <a:defRPr sz="1200" b="1">
                <a:solidFill>
                  <a:srgbClr val="B72B2C"/>
                </a:solidFill>
              </a:defRPr>
            </a:lvl7pPr>
            <a:lvl8pPr>
              <a:defRPr sz="1200" b="1">
                <a:solidFill>
                  <a:srgbClr val="B72B2C"/>
                </a:solidFill>
              </a:defRPr>
            </a:lvl8pPr>
            <a:lvl9pPr>
              <a:defRPr sz="1200" b="1">
                <a:solidFill>
                  <a:srgbClr val="B72B2C"/>
                </a:solidFill>
              </a:defRPr>
            </a:lvl9pPr>
          </a:lstStyle>
          <a:p>
            <a:pPr>
              <a:defRPr sz="1200" b="1">
                <a:solidFill>
                  <a:srgbClr val="B72B2C"/>
                </a:solidFill>
              </a:defRPr>
            </a:pPr>
            <a:r>
              <a:rPr sz="1200" b="1">
                <a:solidFill>
                  <a:srgbClr val="B72B2C"/>
                </a:solidFill>
              </a:rPr>
              <a:t>SSH  ·  2222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AF24B5-9A61-4EAB-9DEE-4D225E12F6B5}"/>
              </a:ext>
            </a:extLst>
          </p:cNvPr>
          <p:cNvSpPr>
            <a:spLocks noGrp="1"/>
          </p:cNvSpPr>
          <p:nvPr/>
        </p:nvSpPr>
        <p:spPr>
          <a:xfrm>
            <a:off x="2381250" y="5076825"/>
            <a:ext cx="500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425" b="0">
                <a:solidFill>
                  <a:srgbClr val="222A32"/>
                </a:solidFill>
              </a:defRPr>
            </a:defPPr>
            <a:lvl1pPr>
              <a:defRPr sz="1425" b="0">
                <a:solidFill>
                  <a:srgbClr val="222A32"/>
                </a:solidFill>
              </a:defRPr>
            </a:lvl1pPr>
            <a:lvl2pPr>
              <a:defRPr sz="1425" b="0">
                <a:solidFill>
                  <a:srgbClr val="222A32"/>
                </a:solidFill>
              </a:defRPr>
            </a:lvl2pPr>
            <a:lvl3pPr>
              <a:defRPr sz="1425" b="0">
                <a:solidFill>
                  <a:srgbClr val="222A32"/>
                </a:solidFill>
              </a:defRPr>
            </a:lvl3pPr>
            <a:lvl4pPr>
              <a:defRPr sz="1425" b="0">
                <a:solidFill>
                  <a:srgbClr val="222A32"/>
                </a:solidFill>
              </a:defRPr>
            </a:lvl4pPr>
            <a:lvl5pPr>
              <a:defRPr sz="1425" b="0">
                <a:solidFill>
                  <a:srgbClr val="222A32"/>
                </a:solidFill>
              </a:defRPr>
            </a:lvl5pPr>
            <a:lvl6pPr>
              <a:defRPr sz="1425" b="0">
                <a:solidFill>
                  <a:srgbClr val="222A32"/>
                </a:solidFill>
              </a:defRPr>
            </a:lvl6pPr>
            <a:lvl7pPr>
              <a:defRPr sz="1425" b="0">
                <a:solidFill>
                  <a:srgbClr val="222A32"/>
                </a:solidFill>
              </a:defRPr>
            </a:lvl7pPr>
            <a:lvl8pPr>
              <a:defRPr sz="1425" b="0">
                <a:solidFill>
                  <a:srgbClr val="222A32"/>
                </a:solidFill>
              </a:defRPr>
            </a:lvl8pPr>
            <a:lvl9pPr>
              <a:defRPr sz="1425" b="0">
                <a:solidFill>
                  <a:srgbClr val="222A32"/>
                </a:solidFill>
              </a:defRPr>
            </a:lvl9pPr>
          </a:lstStyle>
          <a:p>
            <a:pPr>
              <a:defRPr sz="1425" b="0">
                <a:solidFill>
                  <a:srgbClr val="222A32"/>
                </a:solidFill>
              </a:defRPr>
            </a:pPr>
            <a:r>
              <a:rPr sz="1425" b="0">
                <a:solidFill>
                  <a:srgbClr val="222A32"/>
                </a:solidFill>
              </a:rPr>
              <a:t>Prohibited lab credential accepted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E3B36F-DACC-42E8-9434-187E8CEF1356}"/>
              </a:ext>
            </a:extLst>
          </p:cNvPr>
          <p:cNvSpPr>
            <a:spLocks noGrp="1"/>
          </p:cNvSpPr>
          <p:nvPr/>
        </p:nvSpPr>
        <p:spPr>
          <a:xfrm>
            <a:off x="8048625" y="27622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B72B2C"/>
                </a:solidFill>
              </a:defRPr>
            </a:defPPr>
            <a:lvl1pPr>
              <a:defRPr sz="1200" b="1">
                <a:solidFill>
                  <a:srgbClr val="B72B2C"/>
                </a:solidFill>
              </a:defRPr>
            </a:lvl1pPr>
            <a:lvl2pPr>
              <a:defRPr sz="1200" b="1">
                <a:solidFill>
                  <a:srgbClr val="B72B2C"/>
                </a:solidFill>
              </a:defRPr>
            </a:lvl2pPr>
            <a:lvl3pPr>
              <a:defRPr sz="1200" b="1">
                <a:solidFill>
                  <a:srgbClr val="B72B2C"/>
                </a:solidFill>
              </a:defRPr>
            </a:lvl3pPr>
            <a:lvl4pPr>
              <a:defRPr sz="1200" b="1">
                <a:solidFill>
                  <a:srgbClr val="B72B2C"/>
                </a:solidFill>
              </a:defRPr>
            </a:lvl4pPr>
            <a:lvl5pPr>
              <a:defRPr sz="1200" b="1">
                <a:solidFill>
                  <a:srgbClr val="B72B2C"/>
                </a:solidFill>
              </a:defRPr>
            </a:lvl5pPr>
            <a:lvl6pPr>
              <a:defRPr sz="1200" b="1">
                <a:solidFill>
                  <a:srgbClr val="B72B2C"/>
                </a:solidFill>
              </a:defRPr>
            </a:lvl6pPr>
            <a:lvl7pPr>
              <a:defRPr sz="1200" b="1">
                <a:solidFill>
                  <a:srgbClr val="B72B2C"/>
                </a:solidFill>
              </a:defRPr>
            </a:lvl7pPr>
            <a:lvl8pPr>
              <a:defRPr sz="1200" b="1">
                <a:solidFill>
                  <a:srgbClr val="B72B2C"/>
                </a:solidFill>
              </a:defRPr>
            </a:lvl8pPr>
            <a:lvl9pPr>
              <a:defRPr sz="1200" b="1">
                <a:solidFill>
                  <a:srgbClr val="B72B2C"/>
                </a:solidFill>
              </a:defRPr>
            </a:lvl9pPr>
          </a:lstStyle>
          <a:p>
            <a:pPr>
              <a:defRPr sz="1200" b="1">
                <a:solidFill>
                  <a:srgbClr val="B72B2C"/>
                </a:solidFill>
              </a:defRPr>
            </a:pPr>
            <a:r>
              <a:rPr sz="1200" b="1">
                <a:solidFill>
                  <a:srgbClr val="B72B2C"/>
                </a:solidFill>
              </a:rPr>
              <a:t>16 REDIS CVE CANDIDATES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AB407C2-EEB6-453B-A44C-06312855C47C}"/>
              </a:ext>
            </a:extLst>
          </p:cNvPr>
          <p:cNvSpPr>
            <a:spLocks noGrp="1"/>
          </p:cNvSpPr>
          <p:nvPr/>
        </p:nvSpPr>
        <p:spPr>
          <a:xfrm>
            <a:off x="8048625" y="3143250"/>
            <a:ext cx="3143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425" b="0">
                <a:solidFill>
                  <a:srgbClr val="222A32"/>
                </a:solidFill>
              </a:defRPr>
            </a:defPPr>
            <a:lvl1pPr>
              <a:defRPr sz="1425" b="0">
                <a:solidFill>
                  <a:srgbClr val="222A32"/>
                </a:solidFill>
              </a:defRPr>
            </a:lvl1pPr>
            <a:lvl2pPr>
              <a:defRPr sz="1425" b="0">
                <a:solidFill>
                  <a:srgbClr val="222A32"/>
                </a:solidFill>
              </a:defRPr>
            </a:lvl2pPr>
            <a:lvl3pPr>
              <a:defRPr sz="1425" b="0">
                <a:solidFill>
                  <a:srgbClr val="222A32"/>
                </a:solidFill>
              </a:defRPr>
            </a:lvl3pPr>
            <a:lvl4pPr>
              <a:defRPr sz="1425" b="0">
                <a:solidFill>
                  <a:srgbClr val="222A32"/>
                </a:solidFill>
              </a:defRPr>
            </a:lvl4pPr>
            <a:lvl5pPr>
              <a:defRPr sz="1425" b="0">
                <a:solidFill>
                  <a:srgbClr val="222A32"/>
                </a:solidFill>
              </a:defRPr>
            </a:lvl5pPr>
            <a:lvl6pPr>
              <a:defRPr sz="1425" b="0">
                <a:solidFill>
                  <a:srgbClr val="222A32"/>
                </a:solidFill>
              </a:defRPr>
            </a:lvl6pPr>
            <a:lvl7pPr>
              <a:defRPr sz="1425" b="0">
                <a:solidFill>
                  <a:srgbClr val="222A32"/>
                </a:solidFill>
              </a:defRPr>
            </a:lvl7pPr>
            <a:lvl8pPr>
              <a:defRPr sz="1425" b="0">
                <a:solidFill>
                  <a:srgbClr val="222A32"/>
                </a:solidFill>
              </a:defRPr>
            </a:lvl8pPr>
            <a:lvl9pPr>
              <a:defRPr sz="1425" b="0">
                <a:solidFill>
                  <a:srgbClr val="222A32"/>
                </a:solidFill>
              </a:defRPr>
            </a:lvl9pPr>
          </a:lstStyle>
          <a:p>
            <a:pPr>
              <a:defRPr sz="1425" b="0">
                <a:solidFill>
                  <a:srgbClr val="222A32"/>
                </a:solidFill>
              </a:defRPr>
            </a:pPr>
            <a:r>
              <a:rPr sz="1425" b="0">
                <a:solidFill>
                  <a:srgbClr val="222A32"/>
                </a:solidFill>
              </a:rPr>
              <a:t>Version matches need package and patch verification before applicability is confirmed.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259685-3972-4219-AF6C-F599945D8A35}"/>
              </a:ext>
            </a:extLst>
          </p:cNvPr>
          <p:cNvSpPr>
            <a:spLocks noGrp="1"/>
          </p:cNvSpPr>
          <p:nvPr/>
        </p:nvSpPr>
        <p:spPr>
          <a:xfrm>
            <a:off x="8048625" y="4476750"/>
            <a:ext cx="3143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B72B2C"/>
                </a:solidFill>
              </a:defRPr>
            </a:defPPr>
            <a:lvl1pPr>
              <a:defRPr sz="1200" b="1">
                <a:solidFill>
                  <a:srgbClr val="B72B2C"/>
                </a:solidFill>
              </a:defRPr>
            </a:lvl1pPr>
            <a:lvl2pPr>
              <a:defRPr sz="1200" b="1">
                <a:solidFill>
                  <a:srgbClr val="B72B2C"/>
                </a:solidFill>
              </a:defRPr>
            </a:lvl2pPr>
            <a:lvl3pPr>
              <a:defRPr sz="1200" b="1">
                <a:solidFill>
                  <a:srgbClr val="B72B2C"/>
                </a:solidFill>
              </a:defRPr>
            </a:lvl3pPr>
            <a:lvl4pPr>
              <a:defRPr sz="1200" b="1">
                <a:solidFill>
                  <a:srgbClr val="B72B2C"/>
                </a:solidFill>
              </a:defRPr>
            </a:lvl4pPr>
            <a:lvl5pPr>
              <a:defRPr sz="1200" b="1">
                <a:solidFill>
                  <a:srgbClr val="B72B2C"/>
                </a:solidFill>
              </a:defRPr>
            </a:lvl5pPr>
            <a:lvl6pPr>
              <a:defRPr sz="1200" b="1">
                <a:solidFill>
                  <a:srgbClr val="B72B2C"/>
                </a:solidFill>
              </a:defRPr>
            </a:lvl6pPr>
            <a:lvl7pPr>
              <a:defRPr sz="1200" b="1">
                <a:solidFill>
                  <a:srgbClr val="B72B2C"/>
                </a:solidFill>
              </a:defRPr>
            </a:lvl7pPr>
            <a:lvl8pPr>
              <a:defRPr sz="1200" b="1">
                <a:solidFill>
                  <a:srgbClr val="B72B2C"/>
                </a:solidFill>
              </a:defRPr>
            </a:lvl8pPr>
            <a:lvl9pPr>
              <a:defRPr sz="1200" b="1">
                <a:solidFill>
                  <a:srgbClr val="B72B2C"/>
                </a:solidFill>
              </a:defRPr>
            </a:lvl9pPr>
          </a:lstStyle>
          <a:p>
            <a:pPr>
              <a:defRPr sz="1200" b="1">
                <a:solidFill>
                  <a:srgbClr val="B72B2C"/>
                </a:solidFill>
              </a:defRPr>
            </a:pPr>
            <a:r>
              <a:rPr sz="1200" b="1">
                <a:solidFill>
                  <a:srgbClr val="B72B2C"/>
                </a:solidFill>
              </a:rPr>
              <a:t>NEXT STEP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D48661-4509-4B66-8271-0007EF520A1F}"/>
              </a:ext>
            </a:extLst>
          </p:cNvPr>
          <p:cNvSpPr>
            <a:spLocks noGrp="1"/>
          </p:cNvSpPr>
          <p:nvPr/>
        </p:nvSpPr>
        <p:spPr>
          <a:xfrm>
            <a:off x="8048625" y="4810125"/>
            <a:ext cx="3143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425" b="0">
                <a:solidFill>
                  <a:srgbClr val="222A32"/>
                </a:solidFill>
              </a:defRPr>
            </a:defPPr>
            <a:lvl1pPr>
              <a:defRPr sz="1425" b="0">
                <a:solidFill>
                  <a:srgbClr val="222A32"/>
                </a:solidFill>
              </a:defRPr>
            </a:lvl1pPr>
            <a:lvl2pPr>
              <a:defRPr sz="1425" b="0">
                <a:solidFill>
                  <a:srgbClr val="222A32"/>
                </a:solidFill>
              </a:defRPr>
            </a:lvl2pPr>
            <a:lvl3pPr>
              <a:defRPr sz="1425" b="0">
                <a:solidFill>
                  <a:srgbClr val="222A32"/>
                </a:solidFill>
              </a:defRPr>
            </a:lvl3pPr>
            <a:lvl4pPr>
              <a:defRPr sz="1425" b="0">
                <a:solidFill>
                  <a:srgbClr val="222A32"/>
                </a:solidFill>
              </a:defRPr>
            </a:lvl4pPr>
            <a:lvl5pPr>
              <a:defRPr sz="1425" b="0">
                <a:solidFill>
                  <a:srgbClr val="222A32"/>
                </a:solidFill>
              </a:defRPr>
            </a:lvl5pPr>
            <a:lvl6pPr>
              <a:defRPr sz="1425" b="0">
                <a:solidFill>
                  <a:srgbClr val="222A32"/>
                </a:solidFill>
              </a:defRPr>
            </a:lvl6pPr>
            <a:lvl7pPr>
              <a:defRPr sz="1425" b="0">
                <a:solidFill>
                  <a:srgbClr val="222A32"/>
                </a:solidFill>
              </a:defRPr>
            </a:lvl7pPr>
            <a:lvl8pPr>
              <a:defRPr sz="1425" b="0">
                <a:solidFill>
                  <a:srgbClr val="222A32"/>
                </a:solidFill>
              </a:defRPr>
            </a:lvl8pPr>
            <a:lvl9pPr>
              <a:defRPr sz="1425" b="0">
                <a:solidFill>
                  <a:srgbClr val="222A32"/>
                </a:solidFill>
              </a:defRPr>
            </a:lvl9pPr>
          </a:lstStyle>
          <a:p>
            <a:pPr>
              <a:defRPr sz="1425" b="0">
                <a:solidFill>
                  <a:srgbClr val="222A32"/>
                </a:solidFill>
              </a:defRPr>
            </a:pPr>
            <a:r>
              <a:rPr sz="1425" b="0">
                <a:solidFill>
                  <a:srgbClr val="222A32"/>
                </a:solidFill>
              </a:rPr>
              <a:t>Restrict access, enforce signing and retest.</a:t>
            </a:r>
          </a:p>
        </p:txBody>
      </p:sp>
    </p:spTree>
    <p:extLst>
      <p:ext uri="{BB962C8B-B14F-4D97-AF65-F5344CB8AC3E}">
        <p14:creationId xmlns:p14="http://schemas.microsoft.com/office/powerpoint/2010/main" val="438616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2D13B56E-2378-4245-8E00-FDDE860AC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14287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67B94BD-9056-4FD8-BF84-FE913EA4E023}"/>
              </a:ext>
            </a:extLst>
          </p:cNvPr>
          <p:cNvSpPr>
            <a:spLocks noGrp="1"/>
          </p:cNvSpPr>
          <p:nvPr/>
        </p:nvSpPr>
        <p:spPr>
          <a:xfrm>
            <a:off x="714375" y="1571625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400" b="1">
                <a:solidFill>
                  <a:srgbClr val="202830"/>
                </a:solidFill>
              </a:defRPr>
            </a:defPPr>
            <a:lvl1pPr>
              <a:defRPr sz="2400" b="1">
                <a:solidFill>
                  <a:srgbClr val="202830"/>
                </a:solidFill>
              </a:defRPr>
            </a:lvl1pPr>
            <a:lvl2pPr>
              <a:defRPr sz="2400" b="1">
                <a:solidFill>
                  <a:srgbClr val="202830"/>
                </a:solidFill>
              </a:defRPr>
            </a:lvl2pPr>
            <a:lvl3pPr>
              <a:defRPr sz="2400" b="1">
                <a:solidFill>
                  <a:srgbClr val="202830"/>
                </a:solidFill>
              </a:defRPr>
            </a:lvl3pPr>
            <a:lvl4pPr>
              <a:defRPr sz="2400" b="1">
                <a:solidFill>
                  <a:srgbClr val="202830"/>
                </a:solidFill>
              </a:defRPr>
            </a:lvl4pPr>
            <a:lvl5pPr>
              <a:defRPr sz="2400" b="1">
                <a:solidFill>
                  <a:srgbClr val="202830"/>
                </a:solidFill>
              </a:defRPr>
            </a:lvl5pPr>
            <a:lvl6pPr>
              <a:defRPr sz="2400" b="1">
                <a:solidFill>
                  <a:srgbClr val="202830"/>
                </a:solidFill>
              </a:defRPr>
            </a:lvl6pPr>
            <a:lvl7pPr>
              <a:defRPr sz="2400" b="1">
                <a:solidFill>
                  <a:srgbClr val="202830"/>
                </a:solidFill>
              </a:defRPr>
            </a:lvl7pPr>
            <a:lvl8pPr>
              <a:defRPr sz="2400" b="1">
                <a:solidFill>
                  <a:srgbClr val="202830"/>
                </a:solidFill>
              </a:defRPr>
            </a:lvl8pPr>
            <a:lvl9pPr>
              <a:defRPr sz="2400" b="1">
                <a:solidFill>
                  <a:srgbClr val="202830"/>
                </a:solidFill>
              </a:defRPr>
            </a:lvl9pPr>
          </a:lstStyle>
          <a:p>
            <a:pPr>
              <a:defRPr sz="2400" b="1">
                <a:solidFill>
                  <a:srgbClr val="202830"/>
                </a:solidFill>
              </a:defRPr>
            </a:pPr>
            <a:r>
              <a:rPr sz="2400" b="1">
                <a:solidFill>
                  <a:srgbClr val="202830"/>
                </a:solidFill>
              </a:rPr>
              <a:t>IoT Network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829C50-C082-46A6-8638-36AE6CFF7F1E}"/>
              </a:ext>
            </a:extLst>
          </p:cNvPr>
          <p:cNvSpPr>
            <a:spLocks noGrp="1"/>
          </p:cNvSpPr>
          <p:nvPr/>
        </p:nvSpPr>
        <p:spPr>
          <a:xfrm>
            <a:off x="723900" y="2047875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75" b="0">
                <a:solidFill>
                  <a:srgbClr val="53606C"/>
                </a:solidFill>
              </a:defRPr>
            </a:defPPr>
            <a:lvl1pPr>
              <a:defRPr sz="1275" b="0">
                <a:solidFill>
                  <a:srgbClr val="53606C"/>
                </a:solidFill>
              </a:defRPr>
            </a:lvl1pPr>
            <a:lvl2pPr>
              <a:defRPr sz="1275" b="0">
                <a:solidFill>
                  <a:srgbClr val="53606C"/>
                </a:solidFill>
              </a:defRPr>
            </a:lvl2pPr>
            <a:lvl3pPr>
              <a:defRPr sz="1275" b="0">
                <a:solidFill>
                  <a:srgbClr val="53606C"/>
                </a:solidFill>
              </a:defRPr>
            </a:lvl3pPr>
            <a:lvl4pPr>
              <a:defRPr sz="1275" b="0">
                <a:solidFill>
                  <a:srgbClr val="53606C"/>
                </a:solidFill>
              </a:defRPr>
            </a:lvl4pPr>
            <a:lvl5pPr>
              <a:defRPr sz="1275" b="0">
                <a:solidFill>
                  <a:srgbClr val="53606C"/>
                </a:solidFill>
              </a:defRPr>
            </a:lvl5pPr>
            <a:lvl6pPr>
              <a:defRPr sz="1275" b="0">
                <a:solidFill>
                  <a:srgbClr val="53606C"/>
                </a:solidFill>
              </a:defRPr>
            </a:lvl6pPr>
            <a:lvl7pPr>
              <a:defRPr sz="1275" b="0">
                <a:solidFill>
                  <a:srgbClr val="53606C"/>
                </a:solidFill>
              </a:defRPr>
            </a:lvl7pPr>
            <a:lvl8pPr>
              <a:defRPr sz="1275" b="0">
                <a:solidFill>
                  <a:srgbClr val="53606C"/>
                </a:solidFill>
              </a:defRPr>
            </a:lvl8pPr>
            <a:lvl9pPr>
              <a:defRPr sz="1275" b="0">
                <a:solidFill>
                  <a:srgbClr val="53606C"/>
                </a:solidFill>
              </a:defRPr>
            </a:lvl9pPr>
          </a:lstStyle>
          <a:p>
            <a:pPr>
              <a:defRPr sz="1275" b="0">
                <a:solidFill>
                  <a:srgbClr val="53606C"/>
                </a:solidFill>
              </a:defRPr>
            </a:pPr>
            <a:r>
              <a:rPr sz="1275" b="0">
                <a:solidFill>
                  <a:srgbClr val="53606C"/>
                </a:solidFill>
              </a:rPr>
              <a:t>ENVIRONMENT 02  /  Telemetry and device management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7E1E29-9DD9-417E-ADF9-BDAE2C2370AE}"/>
              </a:ext>
            </a:extLst>
          </p:cNvPr>
          <p:cNvSpPr>
            <a:spLocks noGrp="1"/>
          </p:cNvSpPr>
          <p:nvPr/>
        </p:nvSpPr>
        <p:spPr>
          <a:xfrm>
            <a:off x="723900" y="2419350"/>
            <a:ext cx="704850" cy="47625"/>
          </a:xfrm>
          <a:prstGeom prst="rect">
            <a:avLst/>
          </a:prstGeom>
          <a:solidFill>
            <a:srgbClr val="B72B2C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258F09-A9A4-4083-BC99-AE0DFC15FCFA}"/>
              </a:ext>
            </a:extLst>
          </p:cNvPr>
          <p:cNvSpPr>
            <a:spLocks noGrp="1"/>
          </p:cNvSpPr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B72B2C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F5F4CC-B2EB-413B-A1B2-3F70E714B932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050" b="0">
                <a:solidFill>
                  <a:srgbClr val="53606C"/>
                </a:solidFill>
              </a:defRPr>
            </a:defPPr>
            <a:lvl1pPr>
              <a:defRPr sz="1050" b="0">
                <a:solidFill>
                  <a:srgbClr val="53606C"/>
                </a:solidFill>
              </a:defRPr>
            </a:lvl1pPr>
            <a:lvl2pPr>
              <a:defRPr sz="1050" b="0">
                <a:solidFill>
                  <a:srgbClr val="53606C"/>
                </a:solidFill>
              </a:defRPr>
            </a:lvl2pPr>
            <a:lvl3pPr>
              <a:defRPr sz="1050" b="0">
                <a:solidFill>
                  <a:srgbClr val="53606C"/>
                </a:solidFill>
              </a:defRPr>
            </a:lvl3pPr>
            <a:lvl4pPr>
              <a:defRPr sz="1050" b="0">
                <a:solidFill>
                  <a:srgbClr val="53606C"/>
                </a:solidFill>
              </a:defRPr>
            </a:lvl4pPr>
            <a:lvl5pPr>
              <a:defRPr sz="1050" b="0">
                <a:solidFill>
                  <a:srgbClr val="53606C"/>
                </a:solidFill>
              </a:defRPr>
            </a:lvl5pPr>
            <a:lvl6pPr>
              <a:defRPr sz="1050" b="0">
                <a:solidFill>
                  <a:srgbClr val="53606C"/>
                </a:solidFill>
              </a:defRPr>
            </a:lvl6pPr>
            <a:lvl7pPr>
              <a:defRPr sz="1050" b="0">
                <a:solidFill>
                  <a:srgbClr val="53606C"/>
                </a:solidFill>
              </a:defRPr>
            </a:lvl7pPr>
            <a:lvl8pPr>
              <a:defRPr sz="1050" b="0">
                <a:solidFill>
                  <a:srgbClr val="53606C"/>
                </a:solidFill>
              </a:defRPr>
            </a:lvl8pPr>
            <a:lvl9pPr>
              <a:defRPr sz="1050" b="0">
                <a:solidFill>
                  <a:srgbClr val="53606C"/>
                </a:solidFill>
              </a:defRPr>
            </a:lvl9pPr>
          </a:lstStyle>
          <a:p>
            <a:pPr>
              <a:defRPr sz="1050" b="0">
                <a:solidFill>
                  <a:srgbClr val="53606C"/>
                </a:solidFill>
              </a:defRPr>
            </a:pPr>
            <a:r>
              <a:rPr sz="1050" b="0">
                <a:solidFill>
                  <a:srgbClr val="53606C"/>
                </a:solidFill>
              </a:rPr>
              <a:t>03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AB0327-633B-4E48-9433-4D1AB80AABCA}"/>
              </a:ext>
            </a:extLst>
          </p:cNvPr>
          <p:cNvSpPr>
            <a:spLocks noGrp="1"/>
          </p:cNvSpPr>
          <p:nvPr/>
        </p:nvSpPr>
        <p:spPr>
          <a:xfrm>
            <a:off x="723900" y="2667000"/>
            <a:ext cx="6905625" cy="647700"/>
          </a:xfrm>
          <a:prstGeom prst="rect">
            <a:avLst/>
          </a:prstGeom>
          <a:solidFill>
            <a:srgbClr val="F4F6F7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F6B7BF-DAA6-4F9F-BA89-AE43D3C5CCBF}"/>
              </a:ext>
            </a:extLst>
          </p:cNvPr>
          <p:cNvSpPr>
            <a:spLocks noGrp="1"/>
          </p:cNvSpPr>
          <p:nvPr/>
        </p:nvSpPr>
        <p:spPr>
          <a:xfrm>
            <a:off x="904875" y="2867025"/>
            <a:ext cx="1476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B72B2C"/>
                </a:solidFill>
              </a:defRPr>
            </a:defPPr>
            <a:lvl1pPr>
              <a:defRPr sz="1200" b="1">
                <a:solidFill>
                  <a:srgbClr val="B72B2C"/>
                </a:solidFill>
              </a:defRPr>
            </a:lvl1pPr>
            <a:lvl2pPr>
              <a:defRPr sz="1200" b="1">
                <a:solidFill>
                  <a:srgbClr val="B72B2C"/>
                </a:solidFill>
              </a:defRPr>
            </a:lvl2pPr>
            <a:lvl3pPr>
              <a:defRPr sz="1200" b="1">
                <a:solidFill>
                  <a:srgbClr val="B72B2C"/>
                </a:solidFill>
              </a:defRPr>
            </a:lvl3pPr>
            <a:lvl4pPr>
              <a:defRPr sz="1200" b="1">
                <a:solidFill>
                  <a:srgbClr val="B72B2C"/>
                </a:solidFill>
              </a:defRPr>
            </a:lvl4pPr>
            <a:lvl5pPr>
              <a:defRPr sz="1200" b="1">
                <a:solidFill>
                  <a:srgbClr val="B72B2C"/>
                </a:solidFill>
              </a:defRPr>
            </a:lvl5pPr>
            <a:lvl6pPr>
              <a:defRPr sz="1200" b="1">
                <a:solidFill>
                  <a:srgbClr val="B72B2C"/>
                </a:solidFill>
              </a:defRPr>
            </a:lvl6pPr>
            <a:lvl7pPr>
              <a:defRPr sz="1200" b="1">
                <a:solidFill>
                  <a:srgbClr val="B72B2C"/>
                </a:solidFill>
              </a:defRPr>
            </a:lvl7pPr>
            <a:lvl8pPr>
              <a:defRPr sz="1200" b="1">
                <a:solidFill>
                  <a:srgbClr val="B72B2C"/>
                </a:solidFill>
              </a:defRPr>
            </a:lvl8pPr>
            <a:lvl9pPr>
              <a:defRPr sz="1200" b="1">
                <a:solidFill>
                  <a:srgbClr val="B72B2C"/>
                </a:solidFill>
              </a:defRPr>
            </a:lvl9pPr>
          </a:lstStyle>
          <a:p>
            <a:pPr>
              <a:defRPr sz="1200" b="1">
                <a:solidFill>
                  <a:srgbClr val="B72B2C"/>
                </a:solidFill>
              </a:defRPr>
            </a:pPr>
            <a:r>
              <a:rPr sz="1200" b="1">
                <a:solidFill>
                  <a:srgbClr val="B72B2C"/>
                </a:solidFill>
              </a:rPr>
              <a:t>TELEMETRY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99D60B-AB32-40DA-9715-3EA270624333}"/>
              </a:ext>
            </a:extLst>
          </p:cNvPr>
          <p:cNvSpPr>
            <a:spLocks noGrp="1"/>
          </p:cNvSpPr>
          <p:nvPr/>
        </p:nvSpPr>
        <p:spPr>
          <a:xfrm>
            <a:off x="2381250" y="2847975"/>
            <a:ext cx="500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425" b="0">
                <a:solidFill>
                  <a:srgbClr val="222A32"/>
                </a:solidFill>
              </a:defRPr>
            </a:defPPr>
            <a:lvl1pPr>
              <a:defRPr sz="1425" b="0">
                <a:solidFill>
                  <a:srgbClr val="222A32"/>
                </a:solidFill>
              </a:defRPr>
            </a:lvl1pPr>
            <a:lvl2pPr>
              <a:defRPr sz="1425" b="0">
                <a:solidFill>
                  <a:srgbClr val="222A32"/>
                </a:solidFill>
              </a:defRPr>
            </a:lvl2pPr>
            <a:lvl3pPr>
              <a:defRPr sz="1425" b="0">
                <a:solidFill>
                  <a:srgbClr val="222A32"/>
                </a:solidFill>
              </a:defRPr>
            </a:lvl3pPr>
            <a:lvl4pPr>
              <a:defRPr sz="1425" b="0">
                <a:solidFill>
                  <a:srgbClr val="222A32"/>
                </a:solidFill>
              </a:defRPr>
            </a:lvl4pPr>
            <a:lvl5pPr>
              <a:defRPr sz="1425" b="0">
                <a:solidFill>
                  <a:srgbClr val="222A32"/>
                </a:solidFill>
              </a:defRPr>
            </a:lvl5pPr>
            <a:lvl6pPr>
              <a:defRPr sz="1425" b="0">
                <a:solidFill>
                  <a:srgbClr val="222A32"/>
                </a:solidFill>
              </a:defRPr>
            </a:lvl6pPr>
            <a:lvl7pPr>
              <a:defRPr sz="1425" b="0">
                <a:solidFill>
                  <a:srgbClr val="222A32"/>
                </a:solidFill>
              </a:defRPr>
            </a:lvl7pPr>
            <a:lvl8pPr>
              <a:defRPr sz="1425" b="0">
                <a:solidFill>
                  <a:srgbClr val="222A32"/>
                </a:solidFill>
              </a:defRPr>
            </a:lvl8pPr>
            <a:lvl9pPr>
              <a:defRPr sz="1425" b="0">
                <a:solidFill>
                  <a:srgbClr val="222A32"/>
                </a:solidFill>
              </a:defRPr>
            </a:lvl9pPr>
          </a:lstStyle>
          <a:p>
            <a:pPr>
              <a:defRPr sz="1425" b="0">
                <a:solidFill>
                  <a:srgbClr val="222A32"/>
                </a:solidFill>
              </a:defRPr>
            </a:pPr>
            <a:r>
              <a:rPr sz="1425" b="0">
                <a:solidFill>
                  <a:srgbClr val="222A32"/>
                </a:solidFill>
              </a:rPr>
              <a:t>MQTT broker access and sensor messages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0A2DBA-BB65-49A8-962F-B2F1B30A9AAA}"/>
              </a:ext>
            </a:extLst>
          </p:cNvPr>
          <p:cNvSpPr>
            <a:spLocks noGrp="1"/>
          </p:cNvSpPr>
          <p:nvPr/>
        </p:nvSpPr>
        <p:spPr>
          <a:xfrm>
            <a:off x="723900" y="3409950"/>
            <a:ext cx="6905625" cy="647700"/>
          </a:xfrm>
          <a:prstGeom prst="rect">
            <a:avLst/>
          </a:prstGeom>
          <a:solidFill>
            <a:srgbClr val="F4F6F7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F44B6F-6F0D-47B3-9755-5B335E32169B}"/>
              </a:ext>
            </a:extLst>
          </p:cNvPr>
          <p:cNvSpPr>
            <a:spLocks noGrp="1"/>
          </p:cNvSpPr>
          <p:nvPr/>
        </p:nvSpPr>
        <p:spPr>
          <a:xfrm>
            <a:off x="904875" y="3609975"/>
            <a:ext cx="1476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B72B2C"/>
                </a:solidFill>
              </a:defRPr>
            </a:defPPr>
            <a:lvl1pPr>
              <a:defRPr sz="1200" b="1">
                <a:solidFill>
                  <a:srgbClr val="B72B2C"/>
                </a:solidFill>
              </a:defRPr>
            </a:lvl1pPr>
            <a:lvl2pPr>
              <a:defRPr sz="1200" b="1">
                <a:solidFill>
                  <a:srgbClr val="B72B2C"/>
                </a:solidFill>
              </a:defRPr>
            </a:lvl2pPr>
            <a:lvl3pPr>
              <a:defRPr sz="1200" b="1">
                <a:solidFill>
                  <a:srgbClr val="B72B2C"/>
                </a:solidFill>
              </a:defRPr>
            </a:lvl3pPr>
            <a:lvl4pPr>
              <a:defRPr sz="1200" b="1">
                <a:solidFill>
                  <a:srgbClr val="B72B2C"/>
                </a:solidFill>
              </a:defRPr>
            </a:lvl4pPr>
            <a:lvl5pPr>
              <a:defRPr sz="1200" b="1">
                <a:solidFill>
                  <a:srgbClr val="B72B2C"/>
                </a:solidFill>
              </a:defRPr>
            </a:lvl5pPr>
            <a:lvl6pPr>
              <a:defRPr sz="1200" b="1">
                <a:solidFill>
                  <a:srgbClr val="B72B2C"/>
                </a:solidFill>
              </a:defRPr>
            </a:lvl6pPr>
            <a:lvl7pPr>
              <a:defRPr sz="1200" b="1">
                <a:solidFill>
                  <a:srgbClr val="B72B2C"/>
                </a:solidFill>
              </a:defRPr>
            </a:lvl7pPr>
            <a:lvl8pPr>
              <a:defRPr sz="1200" b="1">
                <a:solidFill>
                  <a:srgbClr val="B72B2C"/>
                </a:solidFill>
              </a:defRPr>
            </a:lvl8pPr>
            <a:lvl9pPr>
              <a:defRPr sz="1200" b="1">
                <a:solidFill>
                  <a:srgbClr val="B72B2C"/>
                </a:solidFill>
              </a:defRPr>
            </a:lvl9pPr>
          </a:lstStyle>
          <a:p>
            <a:pPr>
              <a:defRPr sz="1200" b="1">
                <a:solidFill>
                  <a:srgbClr val="B72B2C"/>
                </a:solidFill>
              </a:defRPr>
            </a:pPr>
            <a:r>
              <a:rPr sz="1200" b="1">
                <a:solidFill>
                  <a:srgbClr val="B72B2C"/>
                </a:solidFill>
              </a:rPr>
              <a:t>MONITORING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1CB41F-9043-424A-BCC9-7B2E2E5084BE}"/>
              </a:ext>
            </a:extLst>
          </p:cNvPr>
          <p:cNvSpPr>
            <a:spLocks noGrp="1"/>
          </p:cNvSpPr>
          <p:nvPr/>
        </p:nvSpPr>
        <p:spPr>
          <a:xfrm>
            <a:off x="2381250" y="3590925"/>
            <a:ext cx="500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425" b="0">
                <a:solidFill>
                  <a:srgbClr val="222A32"/>
                </a:solidFill>
              </a:defRPr>
            </a:defPPr>
            <a:lvl1pPr>
              <a:defRPr sz="1425" b="0">
                <a:solidFill>
                  <a:srgbClr val="222A32"/>
                </a:solidFill>
              </a:defRPr>
            </a:lvl1pPr>
            <a:lvl2pPr>
              <a:defRPr sz="1425" b="0">
                <a:solidFill>
                  <a:srgbClr val="222A32"/>
                </a:solidFill>
              </a:defRPr>
            </a:lvl2pPr>
            <a:lvl3pPr>
              <a:defRPr sz="1425" b="0">
                <a:solidFill>
                  <a:srgbClr val="222A32"/>
                </a:solidFill>
              </a:defRPr>
            </a:lvl3pPr>
            <a:lvl4pPr>
              <a:defRPr sz="1425" b="0">
                <a:solidFill>
                  <a:srgbClr val="222A32"/>
                </a:solidFill>
              </a:defRPr>
            </a:lvl4pPr>
            <a:lvl5pPr>
              <a:defRPr sz="1425" b="0">
                <a:solidFill>
                  <a:srgbClr val="222A32"/>
                </a:solidFill>
              </a:defRPr>
            </a:lvl5pPr>
            <a:lvl6pPr>
              <a:defRPr sz="1425" b="0">
                <a:solidFill>
                  <a:srgbClr val="222A32"/>
                </a:solidFill>
              </a:defRPr>
            </a:lvl6pPr>
            <a:lvl7pPr>
              <a:defRPr sz="1425" b="0">
                <a:solidFill>
                  <a:srgbClr val="222A32"/>
                </a:solidFill>
              </a:defRPr>
            </a:lvl7pPr>
            <a:lvl8pPr>
              <a:defRPr sz="1425" b="0">
                <a:solidFill>
                  <a:srgbClr val="222A32"/>
                </a:solidFill>
              </a:defRPr>
            </a:lvl8pPr>
            <a:lvl9pPr>
              <a:defRPr sz="1425" b="0">
                <a:solidFill>
                  <a:srgbClr val="222A32"/>
                </a:solidFill>
              </a:defRPr>
            </a:lvl9pPr>
          </a:lstStyle>
          <a:p>
            <a:pPr>
              <a:defRPr sz="1425" b="0">
                <a:solidFill>
                  <a:srgbClr val="222A32"/>
                </a:solidFill>
              </a:defRPr>
            </a:pPr>
            <a:r>
              <a:rPr sz="1425" b="0">
                <a:solidFill>
                  <a:srgbClr val="222A32"/>
                </a:solidFill>
              </a:rPr>
              <a:t>SNMP device-management requests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09BC5B-C32E-45CA-A516-9D73DFB8E991}"/>
              </a:ext>
            </a:extLst>
          </p:cNvPr>
          <p:cNvSpPr>
            <a:spLocks noGrp="1"/>
          </p:cNvSpPr>
          <p:nvPr/>
        </p:nvSpPr>
        <p:spPr>
          <a:xfrm>
            <a:off x="723900" y="4152900"/>
            <a:ext cx="6905625" cy="647700"/>
          </a:xfrm>
          <a:prstGeom prst="rect">
            <a:avLst/>
          </a:prstGeom>
          <a:solidFill>
            <a:srgbClr val="F4F6F7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F88067-48F5-4CD2-8FE5-FD7DEA49B6D5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476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B72B2C"/>
                </a:solidFill>
              </a:defRPr>
            </a:defPPr>
            <a:lvl1pPr>
              <a:defRPr sz="1200" b="1">
                <a:solidFill>
                  <a:srgbClr val="B72B2C"/>
                </a:solidFill>
              </a:defRPr>
            </a:lvl1pPr>
            <a:lvl2pPr>
              <a:defRPr sz="1200" b="1">
                <a:solidFill>
                  <a:srgbClr val="B72B2C"/>
                </a:solidFill>
              </a:defRPr>
            </a:lvl2pPr>
            <a:lvl3pPr>
              <a:defRPr sz="1200" b="1">
                <a:solidFill>
                  <a:srgbClr val="B72B2C"/>
                </a:solidFill>
              </a:defRPr>
            </a:lvl3pPr>
            <a:lvl4pPr>
              <a:defRPr sz="1200" b="1">
                <a:solidFill>
                  <a:srgbClr val="B72B2C"/>
                </a:solidFill>
              </a:defRPr>
            </a:lvl4pPr>
            <a:lvl5pPr>
              <a:defRPr sz="1200" b="1">
                <a:solidFill>
                  <a:srgbClr val="B72B2C"/>
                </a:solidFill>
              </a:defRPr>
            </a:lvl5pPr>
            <a:lvl6pPr>
              <a:defRPr sz="1200" b="1">
                <a:solidFill>
                  <a:srgbClr val="B72B2C"/>
                </a:solidFill>
              </a:defRPr>
            </a:lvl6pPr>
            <a:lvl7pPr>
              <a:defRPr sz="1200" b="1">
                <a:solidFill>
                  <a:srgbClr val="B72B2C"/>
                </a:solidFill>
              </a:defRPr>
            </a:lvl7pPr>
            <a:lvl8pPr>
              <a:defRPr sz="1200" b="1">
                <a:solidFill>
                  <a:srgbClr val="B72B2C"/>
                </a:solidFill>
              </a:defRPr>
            </a:lvl8pPr>
            <a:lvl9pPr>
              <a:defRPr sz="1200" b="1">
                <a:solidFill>
                  <a:srgbClr val="B72B2C"/>
                </a:solidFill>
              </a:defRPr>
            </a:lvl9pPr>
          </a:lstStyle>
          <a:p>
            <a:pPr>
              <a:defRPr sz="1200" b="1">
                <a:solidFill>
                  <a:srgbClr val="B72B2C"/>
                </a:solidFill>
              </a:defRPr>
            </a:pPr>
            <a:r>
              <a:rPr sz="1200" b="1">
                <a:solidFill>
                  <a:srgbClr val="B72B2C"/>
                </a:solidFill>
              </a:rPr>
              <a:t>TRANSPORT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11092B-E16A-4FCF-BB7C-2E45F19675B7}"/>
              </a:ext>
            </a:extLst>
          </p:cNvPr>
          <p:cNvSpPr>
            <a:spLocks noGrp="1"/>
          </p:cNvSpPr>
          <p:nvPr/>
        </p:nvSpPr>
        <p:spPr>
          <a:xfrm>
            <a:off x="2381250" y="4333875"/>
            <a:ext cx="500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425" b="0">
                <a:solidFill>
                  <a:srgbClr val="222A32"/>
                </a:solidFill>
              </a:defRPr>
            </a:defPPr>
            <a:lvl1pPr>
              <a:defRPr sz="1425" b="0">
                <a:solidFill>
                  <a:srgbClr val="222A32"/>
                </a:solidFill>
              </a:defRPr>
            </a:lvl1pPr>
            <a:lvl2pPr>
              <a:defRPr sz="1425" b="0">
                <a:solidFill>
                  <a:srgbClr val="222A32"/>
                </a:solidFill>
              </a:defRPr>
            </a:lvl2pPr>
            <a:lvl3pPr>
              <a:defRPr sz="1425" b="0">
                <a:solidFill>
                  <a:srgbClr val="222A32"/>
                </a:solidFill>
              </a:defRPr>
            </a:lvl3pPr>
            <a:lvl4pPr>
              <a:defRPr sz="1425" b="0">
                <a:solidFill>
                  <a:srgbClr val="222A32"/>
                </a:solidFill>
              </a:defRPr>
            </a:lvl4pPr>
            <a:lvl5pPr>
              <a:defRPr sz="1425" b="0">
                <a:solidFill>
                  <a:srgbClr val="222A32"/>
                </a:solidFill>
              </a:defRPr>
            </a:lvl5pPr>
            <a:lvl6pPr>
              <a:defRPr sz="1425" b="0">
                <a:solidFill>
                  <a:srgbClr val="222A32"/>
                </a:solidFill>
              </a:defRPr>
            </a:lvl6pPr>
            <a:lvl7pPr>
              <a:defRPr sz="1425" b="0">
                <a:solidFill>
                  <a:srgbClr val="222A32"/>
                </a:solidFill>
              </a:defRPr>
            </a:lvl7pPr>
            <a:lvl8pPr>
              <a:defRPr sz="1425" b="0">
                <a:solidFill>
                  <a:srgbClr val="222A32"/>
                </a:solidFill>
              </a:defRPr>
            </a:lvl8pPr>
            <a:lvl9pPr>
              <a:defRPr sz="1425" b="0">
                <a:solidFill>
                  <a:srgbClr val="222A32"/>
                </a:solidFill>
              </a:defRPr>
            </a:lvl9pPr>
          </a:lstStyle>
          <a:p>
            <a:pPr>
              <a:defRPr sz="1425" b="0">
                <a:solidFill>
                  <a:srgbClr val="222A32"/>
                </a:solidFill>
              </a:defRPr>
            </a:pPr>
            <a:r>
              <a:rPr sz="1425" b="0">
                <a:solidFill>
                  <a:srgbClr val="222A32"/>
                </a:solidFill>
              </a:rPr>
              <a:t>TLS certificate and trust checks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7E779-B3D3-47AE-A6F3-33A92B5148B7}"/>
              </a:ext>
            </a:extLst>
          </p:cNvPr>
          <p:cNvSpPr>
            <a:spLocks noGrp="1"/>
          </p:cNvSpPr>
          <p:nvPr/>
        </p:nvSpPr>
        <p:spPr>
          <a:xfrm>
            <a:off x="723900" y="4895850"/>
            <a:ext cx="6905625" cy="647700"/>
          </a:xfrm>
          <a:prstGeom prst="rect">
            <a:avLst/>
          </a:prstGeom>
          <a:solidFill>
            <a:srgbClr val="F4F6F7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8BF00F5-7E10-4791-A499-15EF7B4FEDF6}"/>
              </a:ext>
            </a:extLst>
          </p:cNvPr>
          <p:cNvSpPr>
            <a:spLocks noGrp="1"/>
          </p:cNvSpPr>
          <p:nvPr/>
        </p:nvSpPr>
        <p:spPr>
          <a:xfrm>
            <a:off x="904875" y="5095875"/>
            <a:ext cx="1476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B72B2C"/>
                </a:solidFill>
              </a:defRPr>
            </a:defPPr>
            <a:lvl1pPr>
              <a:defRPr sz="1200" b="1">
                <a:solidFill>
                  <a:srgbClr val="B72B2C"/>
                </a:solidFill>
              </a:defRPr>
            </a:lvl1pPr>
            <a:lvl2pPr>
              <a:defRPr sz="1200" b="1">
                <a:solidFill>
                  <a:srgbClr val="B72B2C"/>
                </a:solidFill>
              </a:defRPr>
            </a:lvl2pPr>
            <a:lvl3pPr>
              <a:defRPr sz="1200" b="1">
                <a:solidFill>
                  <a:srgbClr val="B72B2C"/>
                </a:solidFill>
              </a:defRPr>
            </a:lvl3pPr>
            <a:lvl4pPr>
              <a:defRPr sz="1200" b="1">
                <a:solidFill>
                  <a:srgbClr val="B72B2C"/>
                </a:solidFill>
              </a:defRPr>
            </a:lvl4pPr>
            <a:lvl5pPr>
              <a:defRPr sz="1200" b="1">
                <a:solidFill>
                  <a:srgbClr val="B72B2C"/>
                </a:solidFill>
              </a:defRPr>
            </a:lvl5pPr>
            <a:lvl6pPr>
              <a:defRPr sz="1200" b="1">
                <a:solidFill>
                  <a:srgbClr val="B72B2C"/>
                </a:solidFill>
              </a:defRPr>
            </a:lvl6pPr>
            <a:lvl7pPr>
              <a:defRPr sz="1200" b="1">
                <a:solidFill>
                  <a:srgbClr val="B72B2C"/>
                </a:solidFill>
              </a:defRPr>
            </a:lvl7pPr>
            <a:lvl8pPr>
              <a:defRPr sz="1200" b="1">
                <a:solidFill>
                  <a:srgbClr val="B72B2C"/>
                </a:solidFill>
              </a:defRPr>
            </a:lvl8pPr>
            <a:lvl9pPr>
              <a:defRPr sz="1200" b="1">
                <a:solidFill>
                  <a:srgbClr val="B72B2C"/>
                </a:solidFill>
              </a:defRPr>
            </a:lvl9pPr>
          </a:lstStyle>
          <a:p>
            <a:pPr>
              <a:defRPr sz="1200" b="1">
                <a:solidFill>
                  <a:srgbClr val="B72B2C"/>
                </a:solidFill>
              </a:defRPr>
            </a:pPr>
            <a:r>
              <a:rPr sz="1200" b="1">
                <a:solidFill>
                  <a:srgbClr val="B72B2C"/>
                </a:solidFill>
              </a:rPr>
              <a:t>ASSESSMENT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FFAF3F-1304-439B-ABF8-9B71B922F579}"/>
              </a:ext>
            </a:extLst>
          </p:cNvPr>
          <p:cNvSpPr>
            <a:spLocks noGrp="1"/>
          </p:cNvSpPr>
          <p:nvPr/>
        </p:nvSpPr>
        <p:spPr>
          <a:xfrm>
            <a:off x="2381250" y="5076825"/>
            <a:ext cx="500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425" b="0">
                <a:solidFill>
                  <a:srgbClr val="222A32"/>
                </a:solidFill>
              </a:defRPr>
            </a:defPPr>
            <a:lvl1pPr>
              <a:defRPr sz="1425" b="0">
                <a:solidFill>
                  <a:srgbClr val="222A32"/>
                </a:solidFill>
              </a:defRPr>
            </a:lvl1pPr>
            <a:lvl2pPr>
              <a:defRPr sz="1425" b="0">
                <a:solidFill>
                  <a:srgbClr val="222A32"/>
                </a:solidFill>
              </a:defRPr>
            </a:lvl2pPr>
            <a:lvl3pPr>
              <a:defRPr sz="1425" b="0">
                <a:solidFill>
                  <a:srgbClr val="222A32"/>
                </a:solidFill>
              </a:defRPr>
            </a:lvl3pPr>
            <a:lvl4pPr>
              <a:defRPr sz="1425" b="0">
                <a:solidFill>
                  <a:srgbClr val="222A32"/>
                </a:solidFill>
              </a:defRPr>
            </a:lvl4pPr>
            <a:lvl5pPr>
              <a:defRPr sz="1425" b="0">
                <a:solidFill>
                  <a:srgbClr val="222A32"/>
                </a:solidFill>
              </a:defRPr>
            </a:lvl5pPr>
            <a:lvl6pPr>
              <a:defRPr sz="1425" b="0">
                <a:solidFill>
                  <a:srgbClr val="222A32"/>
                </a:solidFill>
              </a:defRPr>
            </a:lvl6pPr>
            <a:lvl7pPr>
              <a:defRPr sz="1425" b="0">
                <a:solidFill>
                  <a:srgbClr val="222A32"/>
                </a:solidFill>
              </a:defRPr>
            </a:lvl7pPr>
            <a:lvl8pPr>
              <a:defRPr sz="1425" b="0">
                <a:solidFill>
                  <a:srgbClr val="222A32"/>
                </a:solidFill>
              </a:defRPr>
            </a:lvl8pPr>
            <a:lvl9pPr>
              <a:defRPr sz="1425" b="0">
                <a:solidFill>
                  <a:srgbClr val="222A32"/>
                </a:solidFill>
              </a:defRPr>
            </a:lvl9pPr>
          </a:lstStyle>
          <a:p>
            <a:pPr>
              <a:defRPr sz="1425" b="0">
                <a:solidFill>
                  <a:srgbClr val="222A32"/>
                </a:solidFill>
              </a:defRPr>
            </a:pPr>
            <a:r>
              <a:rPr sz="1425" b="0">
                <a:solidFill>
                  <a:srgbClr val="222A32"/>
                </a:solidFill>
              </a:rPr>
              <a:t>Service discovery and evidence-based ranking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68C543-9B10-4CF3-BFC0-F5165025A9D4}"/>
              </a:ext>
            </a:extLst>
          </p:cNvPr>
          <p:cNvSpPr>
            <a:spLocks noGrp="1"/>
          </p:cNvSpPr>
          <p:nvPr/>
        </p:nvSpPr>
        <p:spPr>
          <a:xfrm>
            <a:off x="8048625" y="2724150"/>
            <a:ext cx="3190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B72B2C"/>
                </a:solidFill>
              </a:defRPr>
            </a:defPPr>
            <a:lvl1pPr>
              <a:defRPr sz="1200" b="1">
                <a:solidFill>
                  <a:srgbClr val="B72B2C"/>
                </a:solidFill>
              </a:defRPr>
            </a:lvl1pPr>
            <a:lvl2pPr>
              <a:defRPr sz="1200" b="1">
                <a:solidFill>
                  <a:srgbClr val="B72B2C"/>
                </a:solidFill>
              </a:defRPr>
            </a:lvl2pPr>
            <a:lvl3pPr>
              <a:defRPr sz="1200" b="1">
                <a:solidFill>
                  <a:srgbClr val="B72B2C"/>
                </a:solidFill>
              </a:defRPr>
            </a:lvl3pPr>
            <a:lvl4pPr>
              <a:defRPr sz="1200" b="1">
                <a:solidFill>
                  <a:srgbClr val="B72B2C"/>
                </a:solidFill>
              </a:defRPr>
            </a:lvl4pPr>
            <a:lvl5pPr>
              <a:defRPr sz="1200" b="1">
                <a:solidFill>
                  <a:srgbClr val="B72B2C"/>
                </a:solidFill>
              </a:defRPr>
            </a:lvl5pPr>
            <a:lvl6pPr>
              <a:defRPr sz="1200" b="1">
                <a:solidFill>
                  <a:srgbClr val="B72B2C"/>
                </a:solidFill>
              </a:defRPr>
            </a:lvl6pPr>
            <a:lvl7pPr>
              <a:defRPr sz="1200" b="1">
                <a:solidFill>
                  <a:srgbClr val="B72B2C"/>
                </a:solidFill>
              </a:defRPr>
            </a:lvl7pPr>
            <a:lvl8pPr>
              <a:defRPr sz="1200" b="1">
                <a:solidFill>
                  <a:srgbClr val="B72B2C"/>
                </a:solidFill>
              </a:defRPr>
            </a:lvl8pPr>
            <a:lvl9pPr>
              <a:defRPr sz="1200" b="1">
                <a:solidFill>
                  <a:srgbClr val="B72B2C"/>
                </a:solidFill>
              </a:defRPr>
            </a:lvl9pPr>
          </a:lstStyle>
          <a:p>
            <a:pPr>
              <a:defRPr sz="1200" b="1">
                <a:solidFill>
                  <a:srgbClr val="B72B2C"/>
                </a:solidFill>
              </a:defRPr>
            </a:pPr>
            <a:r>
              <a:rPr sz="1200" b="1">
                <a:solidFill>
                  <a:srgbClr val="B72B2C"/>
                </a:solidFill>
              </a:rPr>
              <a:t>HOW IT RUNS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DAF8719-A01E-4AC1-83A5-4ADDEF6D31E3}"/>
              </a:ext>
            </a:extLst>
          </p:cNvPr>
          <p:cNvSpPr>
            <a:spLocks noGrp="1"/>
          </p:cNvSpPr>
          <p:nvPr/>
        </p:nvSpPr>
        <p:spPr>
          <a:xfrm>
            <a:off x="8048625" y="3067050"/>
            <a:ext cx="3143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725" b="1">
                <a:solidFill>
                  <a:srgbClr val="202830"/>
                </a:solidFill>
              </a:defRPr>
            </a:defPPr>
            <a:lvl1pPr>
              <a:defRPr sz="1725" b="1">
                <a:solidFill>
                  <a:srgbClr val="202830"/>
                </a:solidFill>
              </a:defRPr>
            </a:lvl1pPr>
            <a:lvl2pPr>
              <a:defRPr sz="1725" b="1">
                <a:solidFill>
                  <a:srgbClr val="202830"/>
                </a:solidFill>
              </a:defRPr>
            </a:lvl2pPr>
            <a:lvl3pPr>
              <a:defRPr sz="1725" b="1">
                <a:solidFill>
                  <a:srgbClr val="202830"/>
                </a:solidFill>
              </a:defRPr>
            </a:lvl3pPr>
            <a:lvl4pPr>
              <a:defRPr sz="1725" b="1">
                <a:solidFill>
                  <a:srgbClr val="202830"/>
                </a:solidFill>
              </a:defRPr>
            </a:lvl4pPr>
            <a:lvl5pPr>
              <a:defRPr sz="1725" b="1">
                <a:solidFill>
                  <a:srgbClr val="202830"/>
                </a:solidFill>
              </a:defRPr>
            </a:lvl5pPr>
            <a:lvl6pPr>
              <a:defRPr sz="1725" b="1">
                <a:solidFill>
                  <a:srgbClr val="202830"/>
                </a:solidFill>
              </a:defRPr>
            </a:lvl6pPr>
            <a:lvl7pPr>
              <a:defRPr sz="1725" b="1">
                <a:solidFill>
                  <a:srgbClr val="202830"/>
                </a:solidFill>
              </a:defRPr>
            </a:lvl7pPr>
            <a:lvl8pPr>
              <a:defRPr sz="1725" b="1">
                <a:solidFill>
                  <a:srgbClr val="202830"/>
                </a:solidFill>
              </a:defRPr>
            </a:lvl8pPr>
            <a:lvl9pPr>
              <a:defRPr sz="1725" b="1">
                <a:solidFill>
                  <a:srgbClr val="202830"/>
                </a:solidFill>
              </a:defRPr>
            </a:lvl9pPr>
          </a:lstStyle>
          <a:p>
            <a:pPr>
              <a:defRPr sz="1725" b="1">
                <a:solidFill>
                  <a:srgbClr val="202830"/>
                </a:solidFill>
              </a:defRPr>
            </a:pPr>
            <a:r>
              <a:rPr sz="1725" b="1">
                <a:solidFill>
                  <a:srgbClr val="202830"/>
                </a:solidFill>
              </a:rPr>
              <a:t>Docker Desktop + WSL 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AAE88B-EA42-45DC-BBAB-A40C15C02052}"/>
              </a:ext>
            </a:extLst>
          </p:cNvPr>
          <p:cNvSpPr>
            <a:spLocks noGrp="1"/>
          </p:cNvSpPr>
          <p:nvPr/>
        </p:nvSpPr>
        <p:spPr>
          <a:xfrm>
            <a:off x="8048625" y="3524250"/>
            <a:ext cx="3143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425" b="0">
                <a:solidFill>
                  <a:srgbClr val="222A32"/>
                </a:solidFill>
              </a:defRPr>
            </a:defPPr>
            <a:lvl1pPr>
              <a:defRPr sz="1425" b="0">
                <a:solidFill>
                  <a:srgbClr val="222A32"/>
                </a:solidFill>
              </a:defRPr>
            </a:lvl1pPr>
            <a:lvl2pPr>
              <a:defRPr sz="1425" b="0">
                <a:solidFill>
                  <a:srgbClr val="222A32"/>
                </a:solidFill>
              </a:defRPr>
            </a:lvl2pPr>
            <a:lvl3pPr>
              <a:defRPr sz="1425" b="0">
                <a:solidFill>
                  <a:srgbClr val="222A32"/>
                </a:solidFill>
              </a:defRPr>
            </a:lvl3pPr>
            <a:lvl4pPr>
              <a:defRPr sz="1425" b="0">
                <a:solidFill>
                  <a:srgbClr val="222A32"/>
                </a:solidFill>
              </a:defRPr>
            </a:lvl4pPr>
            <a:lvl5pPr>
              <a:defRPr sz="1425" b="0">
                <a:solidFill>
                  <a:srgbClr val="222A32"/>
                </a:solidFill>
              </a:defRPr>
            </a:lvl5pPr>
            <a:lvl6pPr>
              <a:defRPr sz="1425" b="0">
                <a:solidFill>
                  <a:srgbClr val="222A32"/>
                </a:solidFill>
              </a:defRPr>
            </a:lvl6pPr>
            <a:lvl7pPr>
              <a:defRPr sz="1425" b="0">
                <a:solidFill>
                  <a:srgbClr val="222A32"/>
                </a:solidFill>
              </a:defRPr>
            </a:lvl7pPr>
            <a:lvl8pPr>
              <a:defRPr sz="1425" b="0">
                <a:solidFill>
                  <a:srgbClr val="222A32"/>
                </a:solidFill>
              </a:defRPr>
            </a:lvl8pPr>
            <a:lvl9pPr>
              <a:defRPr sz="1425" b="0">
                <a:solidFill>
                  <a:srgbClr val="222A32"/>
                </a:solidFill>
              </a:defRPr>
            </a:lvl9pPr>
          </a:lstStyle>
          <a:p>
            <a:pPr>
              <a:defRPr sz="1425" b="0">
                <a:solidFill>
                  <a:srgbClr val="222A32"/>
                </a:solidFill>
              </a:defRPr>
            </a:pPr>
            <a:r>
              <a:rPr sz="1425" b="0">
                <a:solidFill>
                  <a:srgbClr val="222A32"/>
                </a:solidFill>
              </a:rPr>
              <a:t>An isolated container network uses 127.0.0.3 as its local gateway.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CF3090-D981-4A73-9E70-F5407FC06DE3}"/>
              </a:ext>
            </a:extLst>
          </p:cNvPr>
          <p:cNvSpPr>
            <a:spLocks noGrp="1"/>
          </p:cNvSpPr>
          <p:nvPr/>
        </p:nvSpPr>
        <p:spPr>
          <a:xfrm>
            <a:off x="8048625" y="4572000"/>
            <a:ext cx="3143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 b="0">
                <a:solidFill>
                  <a:srgbClr val="222A32"/>
                </a:solidFill>
              </a:defRPr>
            </a:defPPr>
            <a:lvl1pPr>
              <a:defRPr sz="1350" b="0">
                <a:solidFill>
                  <a:srgbClr val="222A32"/>
                </a:solidFill>
              </a:defRPr>
            </a:lvl1pPr>
            <a:lvl2pPr>
              <a:defRPr sz="1350" b="0">
                <a:solidFill>
                  <a:srgbClr val="222A32"/>
                </a:solidFill>
              </a:defRPr>
            </a:lvl2pPr>
            <a:lvl3pPr>
              <a:defRPr sz="1350" b="0">
                <a:solidFill>
                  <a:srgbClr val="222A32"/>
                </a:solidFill>
              </a:defRPr>
            </a:lvl3pPr>
            <a:lvl4pPr>
              <a:defRPr sz="1350" b="0">
                <a:solidFill>
                  <a:srgbClr val="222A32"/>
                </a:solidFill>
              </a:defRPr>
            </a:lvl4pPr>
            <a:lvl5pPr>
              <a:defRPr sz="1350" b="0">
                <a:solidFill>
                  <a:srgbClr val="222A32"/>
                </a:solidFill>
              </a:defRPr>
            </a:lvl5pPr>
            <a:lvl6pPr>
              <a:defRPr sz="1350" b="0">
                <a:solidFill>
                  <a:srgbClr val="222A32"/>
                </a:solidFill>
              </a:defRPr>
            </a:lvl6pPr>
            <a:lvl7pPr>
              <a:defRPr sz="1350" b="0">
                <a:solidFill>
                  <a:srgbClr val="222A32"/>
                </a:solidFill>
              </a:defRPr>
            </a:lvl7pPr>
            <a:lvl8pPr>
              <a:defRPr sz="1350" b="0">
                <a:solidFill>
                  <a:srgbClr val="222A32"/>
                </a:solidFill>
              </a:defRPr>
            </a:lvl8pPr>
            <a:lvl9pPr>
              <a:defRPr sz="1350" b="0">
                <a:solidFill>
                  <a:srgbClr val="222A32"/>
                </a:solidFill>
              </a:defRPr>
            </a:lvl9pPr>
          </a:lstStyle>
          <a:p>
            <a:pPr>
              <a:defRPr sz="1350" b="0">
                <a:solidFill>
                  <a:srgbClr val="222A32"/>
                </a:solidFill>
              </a:defRPr>
            </a:pPr>
            <a:r>
              <a:rPr sz="1350" b="0">
                <a:solidFill>
                  <a:srgbClr val="222A32"/>
                </a:solidFill>
              </a:rPr>
              <a:t>Backend: aMQTT, PySNMP, TLS and Redis.</a:t>
            </a:r>
          </a:p>
        </p:txBody>
      </p:sp>
    </p:spTree>
    <p:extLst>
      <p:ext uri="{BB962C8B-B14F-4D97-AF65-F5344CB8AC3E}">
        <p14:creationId xmlns:p14="http://schemas.microsoft.com/office/powerpoint/2010/main" val="1217364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B09E5A7-14BC-4E18-9BDE-85670D11F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14287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3002AC2-ECC6-4EFF-B0F2-187C990C069B}"/>
              </a:ext>
            </a:extLst>
          </p:cNvPr>
          <p:cNvSpPr>
            <a:spLocks noGrp="1"/>
          </p:cNvSpPr>
          <p:nvPr/>
        </p:nvSpPr>
        <p:spPr>
          <a:xfrm>
            <a:off x="714375" y="1571625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400" b="1">
                <a:solidFill>
                  <a:srgbClr val="202830"/>
                </a:solidFill>
              </a:defRPr>
            </a:defPPr>
            <a:lvl1pPr>
              <a:defRPr sz="2400" b="1">
                <a:solidFill>
                  <a:srgbClr val="202830"/>
                </a:solidFill>
              </a:defRPr>
            </a:lvl1pPr>
            <a:lvl2pPr>
              <a:defRPr sz="2400" b="1">
                <a:solidFill>
                  <a:srgbClr val="202830"/>
                </a:solidFill>
              </a:defRPr>
            </a:lvl2pPr>
            <a:lvl3pPr>
              <a:defRPr sz="2400" b="1">
                <a:solidFill>
                  <a:srgbClr val="202830"/>
                </a:solidFill>
              </a:defRPr>
            </a:lvl3pPr>
            <a:lvl4pPr>
              <a:defRPr sz="2400" b="1">
                <a:solidFill>
                  <a:srgbClr val="202830"/>
                </a:solidFill>
              </a:defRPr>
            </a:lvl4pPr>
            <a:lvl5pPr>
              <a:defRPr sz="2400" b="1">
                <a:solidFill>
                  <a:srgbClr val="202830"/>
                </a:solidFill>
              </a:defRPr>
            </a:lvl5pPr>
            <a:lvl6pPr>
              <a:defRPr sz="2400" b="1">
                <a:solidFill>
                  <a:srgbClr val="202830"/>
                </a:solidFill>
              </a:defRPr>
            </a:lvl6pPr>
            <a:lvl7pPr>
              <a:defRPr sz="2400" b="1">
                <a:solidFill>
                  <a:srgbClr val="202830"/>
                </a:solidFill>
              </a:defRPr>
            </a:lvl7pPr>
            <a:lvl8pPr>
              <a:defRPr sz="2400" b="1">
                <a:solidFill>
                  <a:srgbClr val="202830"/>
                </a:solidFill>
              </a:defRPr>
            </a:lvl8pPr>
            <a:lvl9pPr>
              <a:defRPr sz="2400" b="1">
                <a:solidFill>
                  <a:srgbClr val="202830"/>
                </a:solidFill>
              </a:defRPr>
            </a:lvl9pPr>
          </a:lstStyle>
          <a:p>
            <a:pPr>
              <a:defRPr sz="2400" b="1">
                <a:solidFill>
                  <a:srgbClr val="202830"/>
                </a:solidFill>
              </a:defRPr>
            </a:pPr>
            <a:r>
              <a:rPr sz="2400" b="1">
                <a:solidFill>
                  <a:srgbClr val="202830"/>
                </a:solidFill>
              </a:rPr>
              <a:t>IoT Network  |  Assessment Results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F23D7E-047D-475A-9A08-8D92A5A7CDA8}"/>
              </a:ext>
            </a:extLst>
          </p:cNvPr>
          <p:cNvSpPr>
            <a:spLocks noGrp="1"/>
          </p:cNvSpPr>
          <p:nvPr/>
        </p:nvSpPr>
        <p:spPr>
          <a:xfrm>
            <a:off x="723900" y="2047875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75" b="0">
                <a:solidFill>
                  <a:srgbClr val="53606C"/>
                </a:solidFill>
              </a:defRPr>
            </a:defPPr>
            <a:lvl1pPr>
              <a:defRPr sz="1275" b="0">
                <a:solidFill>
                  <a:srgbClr val="53606C"/>
                </a:solidFill>
              </a:defRPr>
            </a:lvl1pPr>
            <a:lvl2pPr>
              <a:defRPr sz="1275" b="0">
                <a:solidFill>
                  <a:srgbClr val="53606C"/>
                </a:solidFill>
              </a:defRPr>
            </a:lvl2pPr>
            <a:lvl3pPr>
              <a:defRPr sz="1275" b="0">
                <a:solidFill>
                  <a:srgbClr val="53606C"/>
                </a:solidFill>
              </a:defRPr>
            </a:lvl3pPr>
            <a:lvl4pPr>
              <a:defRPr sz="1275" b="0">
                <a:solidFill>
                  <a:srgbClr val="53606C"/>
                </a:solidFill>
              </a:defRPr>
            </a:lvl4pPr>
            <a:lvl5pPr>
              <a:defRPr sz="1275" b="0">
                <a:solidFill>
                  <a:srgbClr val="53606C"/>
                </a:solidFill>
              </a:defRPr>
            </a:lvl5pPr>
            <a:lvl6pPr>
              <a:defRPr sz="1275" b="0">
                <a:solidFill>
                  <a:srgbClr val="53606C"/>
                </a:solidFill>
              </a:defRPr>
            </a:lvl6pPr>
            <a:lvl7pPr>
              <a:defRPr sz="1275" b="0">
                <a:solidFill>
                  <a:srgbClr val="53606C"/>
                </a:solidFill>
              </a:defRPr>
            </a:lvl7pPr>
            <a:lvl8pPr>
              <a:defRPr sz="1275" b="0">
                <a:solidFill>
                  <a:srgbClr val="53606C"/>
                </a:solidFill>
              </a:defRPr>
            </a:lvl8pPr>
            <a:lvl9pPr>
              <a:defRPr sz="1275" b="0">
                <a:solidFill>
                  <a:srgbClr val="53606C"/>
                </a:solidFill>
              </a:defRPr>
            </a:lvl9pPr>
          </a:lstStyle>
          <a:p>
            <a:pPr>
              <a:defRPr sz="1275" b="0">
                <a:solidFill>
                  <a:srgbClr val="53606C"/>
                </a:solidFill>
              </a:defRPr>
            </a:pPr>
            <a:r>
              <a:rPr sz="1275" b="0">
                <a:solidFill>
                  <a:srgbClr val="53606C"/>
                </a:solidFill>
              </a:rPr>
              <a:t>4 observed policy issues  /  findings from a recorded run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28695F-DCDD-44D7-89A8-C63B862CFD02}"/>
              </a:ext>
            </a:extLst>
          </p:cNvPr>
          <p:cNvSpPr>
            <a:spLocks noGrp="1"/>
          </p:cNvSpPr>
          <p:nvPr/>
        </p:nvSpPr>
        <p:spPr>
          <a:xfrm>
            <a:off x="723900" y="2419350"/>
            <a:ext cx="704850" cy="47625"/>
          </a:xfrm>
          <a:prstGeom prst="rect">
            <a:avLst/>
          </a:prstGeom>
          <a:solidFill>
            <a:srgbClr val="B72B2C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152A3E-BCEE-4E24-9518-B0535E01BAC6}"/>
              </a:ext>
            </a:extLst>
          </p:cNvPr>
          <p:cNvSpPr>
            <a:spLocks noGrp="1"/>
          </p:cNvSpPr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B72B2C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F96252-D494-43F2-9A39-6D5C21F547BD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050" b="0">
                <a:solidFill>
                  <a:srgbClr val="53606C"/>
                </a:solidFill>
              </a:defRPr>
            </a:defPPr>
            <a:lvl1pPr>
              <a:defRPr sz="1050" b="0">
                <a:solidFill>
                  <a:srgbClr val="53606C"/>
                </a:solidFill>
              </a:defRPr>
            </a:lvl1pPr>
            <a:lvl2pPr>
              <a:defRPr sz="1050" b="0">
                <a:solidFill>
                  <a:srgbClr val="53606C"/>
                </a:solidFill>
              </a:defRPr>
            </a:lvl2pPr>
            <a:lvl3pPr>
              <a:defRPr sz="1050" b="0">
                <a:solidFill>
                  <a:srgbClr val="53606C"/>
                </a:solidFill>
              </a:defRPr>
            </a:lvl3pPr>
            <a:lvl4pPr>
              <a:defRPr sz="1050" b="0">
                <a:solidFill>
                  <a:srgbClr val="53606C"/>
                </a:solidFill>
              </a:defRPr>
            </a:lvl4pPr>
            <a:lvl5pPr>
              <a:defRPr sz="1050" b="0">
                <a:solidFill>
                  <a:srgbClr val="53606C"/>
                </a:solidFill>
              </a:defRPr>
            </a:lvl5pPr>
            <a:lvl6pPr>
              <a:defRPr sz="1050" b="0">
                <a:solidFill>
                  <a:srgbClr val="53606C"/>
                </a:solidFill>
              </a:defRPr>
            </a:lvl6pPr>
            <a:lvl7pPr>
              <a:defRPr sz="1050" b="0">
                <a:solidFill>
                  <a:srgbClr val="53606C"/>
                </a:solidFill>
              </a:defRPr>
            </a:lvl7pPr>
            <a:lvl8pPr>
              <a:defRPr sz="1050" b="0">
                <a:solidFill>
                  <a:srgbClr val="53606C"/>
                </a:solidFill>
              </a:defRPr>
            </a:lvl8pPr>
            <a:lvl9pPr>
              <a:defRPr sz="1050" b="0">
                <a:solidFill>
                  <a:srgbClr val="53606C"/>
                </a:solidFill>
              </a:defRPr>
            </a:lvl9pPr>
          </a:lstStyle>
          <a:p>
            <a:pPr>
              <a:defRPr sz="1050" b="0">
                <a:solidFill>
                  <a:srgbClr val="53606C"/>
                </a:solidFill>
              </a:defRPr>
            </a:pPr>
            <a:r>
              <a:rPr sz="1050" b="0">
                <a:solidFill>
                  <a:srgbClr val="53606C"/>
                </a:solidFill>
              </a:rPr>
              <a:t>04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549BBE-938B-4357-A9DE-A73AF218E5A3}"/>
              </a:ext>
            </a:extLst>
          </p:cNvPr>
          <p:cNvSpPr>
            <a:spLocks noGrp="1"/>
          </p:cNvSpPr>
          <p:nvPr/>
        </p:nvSpPr>
        <p:spPr>
          <a:xfrm>
            <a:off x="723900" y="2667000"/>
            <a:ext cx="6905625" cy="647700"/>
          </a:xfrm>
          <a:prstGeom prst="rect">
            <a:avLst/>
          </a:prstGeom>
          <a:solidFill>
            <a:srgbClr val="F4F6F7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621BC2-2DE1-47B0-B5A2-BAE836454135}"/>
              </a:ext>
            </a:extLst>
          </p:cNvPr>
          <p:cNvSpPr>
            <a:spLocks noGrp="1"/>
          </p:cNvSpPr>
          <p:nvPr/>
        </p:nvSpPr>
        <p:spPr>
          <a:xfrm>
            <a:off x="904875" y="2867025"/>
            <a:ext cx="1476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B72B2C"/>
                </a:solidFill>
              </a:defRPr>
            </a:defPPr>
            <a:lvl1pPr>
              <a:defRPr sz="1200" b="1">
                <a:solidFill>
                  <a:srgbClr val="B72B2C"/>
                </a:solidFill>
              </a:defRPr>
            </a:lvl1pPr>
            <a:lvl2pPr>
              <a:defRPr sz="1200" b="1">
                <a:solidFill>
                  <a:srgbClr val="B72B2C"/>
                </a:solidFill>
              </a:defRPr>
            </a:lvl2pPr>
            <a:lvl3pPr>
              <a:defRPr sz="1200" b="1">
                <a:solidFill>
                  <a:srgbClr val="B72B2C"/>
                </a:solidFill>
              </a:defRPr>
            </a:lvl3pPr>
            <a:lvl4pPr>
              <a:defRPr sz="1200" b="1">
                <a:solidFill>
                  <a:srgbClr val="B72B2C"/>
                </a:solidFill>
              </a:defRPr>
            </a:lvl4pPr>
            <a:lvl5pPr>
              <a:defRPr sz="1200" b="1">
                <a:solidFill>
                  <a:srgbClr val="B72B2C"/>
                </a:solidFill>
              </a:defRPr>
            </a:lvl5pPr>
            <a:lvl6pPr>
              <a:defRPr sz="1200" b="1">
                <a:solidFill>
                  <a:srgbClr val="B72B2C"/>
                </a:solidFill>
              </a:defRPr>
            </a:lvl6pPr>
            <a:lvl7pPr>
              <a:defRPr sz="1200" b="1">
                <a:solidFill>
                  <a:srgbClr val="B72B2C"/>
                </a:solidFill>
              </a:defRPr>
            </a:lvl7pPr>
            <a:lvl8pPr>
              <a:defRPr sz="1200" b="1">
                <a:solidFill>
                  <a:srgbClr val="B72B2C"/>
                </a:solidFill>
              </a:defRPr>
            </a:lvl8pPr>
            <a:lvl9pPr>
              <a:defRPr sz="1200" b="1">
                <a:solidFill>
                  <a:srgbClr val="B72B2C"/>
                </a:solidFill>
              </a:defRPr>
            </a:lvl9pPr>
          </a:lstStyle>
          <a:p>
            <a:pPr>
              <a:defRPr sz="1200" b="1">
                <a:solidFill>
                  <a:srgbClr val="B72B2C"/>
                </a:solidFill>
              </a:defRPr>
            </a:pPr>
            <a:r>
              <a:rPr sz="1200" b="1">
                <a:solidFill>
                  <a:srgbClr val="B72B2C"/>
                </a:solidFill>
              </a:rPr>
              <a:t>MQTT  ·  1883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593991-29EC-48C8-B127-E9C509E7B60C}"/>
              </a:ext>
            </a:extLst>
          </p:cNvPr>
          <p:cNvSpPr>
            <a:spLocks noGrp="1"/>
          </p:cNvSpPr>
          <p:nvPr/>
        </p:nvSpPr>
        <p:spPr>
          <a:xfrm>
            <a:off x="2381250" y="2847975"/>
            <a:ext cx="500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425" b="0">
                <a:solidFill>
                  <a:srgbClr val="222A32"/>
                </a:solidFill>
              </a:defRPr>
            </a:defPPr>
            <a:lvl1pPr>
              <a:defRPr sz="1425" b="0">
                <a:solidFill>
                  <a:srgbClr val="222A32"/>
                </a:solidFill>
              </a:defRPr>
            </a:lvl1pPr>
            <a:lvl2pPr>
              <a:defRPr sz="1425" b="0">
                <a:solidFill>
                  <a:srgbClr val="222A32"/>
                </a:solidFill>
              </a:defRPr>
            </a:lvl2pPr>
            <a:lvl3pPr>
              <a:defRPr sz="1425" b="0">
                <a:solidFill>
                  <a:srgbClr val="222A32"/>
                </a:solidFill>
              </a:defRPr>
            </a:lvl3pPr>
            <a:lvl4pPr>
              <a:defRPr sz="1425" b="0">
                <a:solidFill>
                  <a:srgbClr val="222A32"/>
                </a:solidFill>
              </a:defRPr>
            </a:lvl4pPr>
            <a:lvl5pPr>
              <a:defRPr sz="1425" b="0">
                <a:solidFill>
                  <a:srgbClr val="222A32"/>
                </a:solidFill>
              </a:defRPr>
            </a:lvl5pPr>
            <a:lvl6pPr>
              <a:defRPr sz="1425" b="0">
                <a:solidFill>
                  <a:srgbClr val="222A32"/>
                </a:solidFill>
              </a:defRPr>
            </a:lvl6pPr>
            <a:lvl7pPr>
              <a:defRPr sz="1425" b="0">
                <a:solidFill>
                  <a:srgbClr val="222A32"/>
                </a:solidFill>
              </a:defRPr>
            </a:lvl7pPr>
            <a:lvl8pPr>
              <a:defRPr sz="1425" b="0">
                <a:solidFill>
                  <a:srgbClr val="222A32"/>
                </a:solidFill>
              </a:defRPr>
            </a:lvl8pPr>
            <a:lvl9pPr>
              <a:defRPr sz="1425" b="0">
                <a:solidFill>
                  <a:srgbClr val="222A32"/>
                </a:solidFill>
              </a:defRPr>
            </a:lvl9pPr>
          </a:lstStyle>
          <a:p>
            <a:pPr>
              <a:defRPr sz="1425" b="0">
                <a:solidFill>
                  <a:srgbClr val="222A32"/>
                </a:solidFill>
              </a:defRPr>
            </a:pPr>
            <a:r>
              <a:rPr sz="1425" b="0">
                <a:solidFill>
                  <a:srgbClr val="222A32"/>
                </a:solidFill>
              </a:rPr>
              <a:t>Anonymous access accepted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F5396E-BED9-448F-B05F-0C6F3C6D90D0}"/>
              </a:ext>
            </a:extLst>
          </p:cNvPr>
          <p:cNvSpPr>
            <a:spLocks noGrp="1"/>
          </p:cNvSpPr>
          <p:nvPr/>
        </p:nvSpPr>
        <p:spPr>
          <a:xfrm>
            <a:off x="723900" y="3409950"/>
            <a:ext cx="6905625" cy="647700"/>
          </a:xfrm>
          <a:prstGeom prst="rect">
            <a:avLst/>
          </a:prstGeom>
          <a:solidFill>
            <a:srgbClr val="F4F6F7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B02F5E-9FF3-445E-97F2-4E0753CB80A7}"/>
              </a:ext>
            </a:extLst>
          </p:cNvPr>
          <p:cNvSpPr>
            <a:spLocks noGrp="1"/>
          </p:cNvSpPr>
          <p:nvPr/>
        </p:nvSpPr>
        <p:spPr>
          <a:xfrm>
            <a:off x="904875" y="3609975"/>
            <a:ext cx="1476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B72B2C"/>
                </a:solidFill>
              </a:defRPr>
            </a:defPPr>
            <a:lvl1pPr>
              <a:defRPr sz="1200" b="1">
                <a:solidFill>
                  <a:srgbClr val="B72B2C"/>
                </a:solidFill>
              </a:defRPr>
            </a:lvl1pPr>
            <a:lvl2pPr>
              <a:defRPr sz="1200" b="1">
                <a:solidFill>
                  <a:srgbClr val="B72B2C"/>
                </a:solidFill>
              </a:defRPr>
            </a:lvl2pPr>
            <a:lvl3pPr>
              <a:defRPr sz="1200" b="1">
                <a:solidFill>
                  <a:srgbClr val="B72B2C"/>
                </a:solidFill>
              </a:defRPr>
            </a:lvl3pPr>
            <a:lvl4pPr>
              <a:defRPr sz="1200" b="1">
                <a:solidFill>
                  <a:srgbClr val="B72B2C"/>
                </a:solidFill>
              </a:defRPr>
            </a:lvl4pPr>
            <a:lvl5pPr>
              <a:defRPr sz="1200" b="1">
                <a:solidFill>
                  <a:srgbClr val="B72B2C"/>
                </a:solidFill>
              </a:defRPr>
            </a:lvl5pPr>
            <a:lvl6pPr>
              <a:defRPr sz="1200" b="1">
                <a:solidFill>
                  <a:srgbClr val="B72B2C"/>
                </a:solidFill>
              </a:defRPr>
            </a:lvl6pPr>
            <a:lvl7pPr>
              <a:defRPr sz="1200" b="1">
                <a:solidFill>
                  <a:srgbClr val="B72B2C"/>
                </a:solidFill>
              </a:defRPr>
            </a:lvl7pPr>
            <a:lvl8pPr>
              <a:defRPr sz="1200" b="1">
                <a:solidFill>
                  <a:srgbClr val="B72B2C"/>
                </a:solidFill>
              </a:defRPr>
            </a:lvl8pPr>
            <a:lvl9pPr>
              <a:defRPr sz="1200" b="1">
                <a:solidFill>
                  <a:srgbClr val="B72B2C"/>
                </a:solidFill>
              </a:defRPr>
            </a:lvl9pPr>
          </a:lstStyle>
          <a:p>
            <a:pPr>
              <a:defRPr sz="1200" b="1">
                <a:solidFill>
                  <a:srgbClr val="B72B2C"/>
                </a:solidFill>
              </a:defRPr>
            </a:pPr>
            <a:r>
              <a:rPr sz="1200" b="1">
                <a:solidFill>
                  <a:srgbClr val="B72B2C"/>
                </a:solidFill>
              </a:rPr>
              <a:t>SNMP  ·  1161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A60BBD-B840-46ED-9E8C-E3F6EADC544A}"/>
              </a:ext>
            </a:extLst>
          </p:cNvPr>
          <p:cNvSpPr>
            <a:spLocks noGrp="1"/>
          </p:cNvSpPr>
          <p:nvPr/>
        </p:nvSpPr>
        <p:spPr>
          <a:xfrm>
            <a:off x="2381250" y="3590925"/>
            <a:ext cx="500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425" b="0">
                <a:solidFill>
                  <a:srgbClr val="222A32"/>
                </a:solidFill>
              </a:defRPr>
            </a:defPPr>
            <a:lvl1pPr>
              <a:defRPr sz="1425" b="0">
                <a:solidFill>
                  <a:srgbClr val="222A32"/>
                </a:solidFill>
              </a:defRPr>
            </a:lvl1pPr>
            <a:lvl2pPr>
              <a:defRPr sz="1425" b="0">
                <a:solidFill>
                  <a:srgbClr val="222A32"/>
                </a:solidFill>
              </a:defRPr>
            </a:lvl2pPr>
            <a:lvl3pPr>
              <a:defRPr sz="1425" b="0">
                <a:solidFill>
                  <a:srgbClr val="222A32"/>
                </a:solidFill>
              </a:defRPr>
            </a:lvl3pPr>
            <a:lvl4pPr>
              <a:defRPr sz="1425" b="0">
                <a:solidFill>
                  <a:srgbClr val="222A32"/>
                </a:solidFill>
              </a:defRPr>
            </a:lvl4pPr>
            <a:lvl5pPr>
              <a:defRPr sz="1425" b="0">
                <a:solidFill>
                  <a:srgbClr val="222A32"/>
                </a:solidFill>
              </a:defRPr>
            </a:lvl5pPr>
            <a:lvl6pPr>
              <a:defRPr sz="1425" b="0">
                <a:solidFill>
                  <a:srgbClr val="222A32"/>
                </a:solidFill>
              </a:defRPr>
            </a:lvl6pPr>
            <a:lvl7pPr>
              <a:defRPr sz="1425" b="0">
                <a:solidFill>
                  <a:srgbClr val="222A32"/>
                </a:solidFill>
              </a:defRPr>
            </a:lvl7pPr>
            <a:lvl8pPr>
              <a:defRPr sz="1425" b="0">
                <a:solidFill>
                  <a:srgbClr val="222A32"/>
                </a:solidFill>
              </a:defRPr>
            </a:lvl8pPr>
            <a:lvl9pPr>
              <a:defRPr sz="1425" b="0">
                <a:solidFill>
                  <a:srgbClr val="222A32"/>
                </a:solidFill>
              </a:defRPr>
            </a:lvl9pPr>
          </a:lstStyle>
          <a:p>
            <a:pPr>
              <a:defRPr sz="1425" b="0">
                <a:solidFill>
                  <a:srgbClr val="222A32"/>
                </a:solidFill>
              </a:defRPr>
            </a:pPr>
            <a:r>
              <a:rPr sz="1425" b="0">
                <a:solidFill>
                  <a:srgbClr val="222A32"/>
                </a:solidFill>
              </a:rPr>
              <a:t>Public community accepted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28D86D-32B8-4151-96A1-4C132B7A6DCE}"/>
              </a:ext>
            </a:extLst>
          </p:cNvPr>
          <p:cNvSpPr>
            <a:spLocks noGrp="1"/>
          </p:cNvSpPr>
          <p:nvPr/>
        </p:nvSpPr>
        <p:spPr>
          <a:xfrm>
            <a:off x="723900" y="4152900"/>
            <a:ext cx="6905625" cy="647700"/>
          </a:xfrm>
          <a:prstGeom prst="rect">
            <a:avLst/>
          </a:prstGeom>
          <a:solidFill>
            <a:srgbClr val="F4F6F7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67DC1F-8A5D-4A8A-8A12-F2831EEA5253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476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B72B2C"/>
                </a:solidFill>
              </a:defRPr>
            </a:defPPr>
            <a:lvl1pPr>
              <a:defRPr sz="1200" b="1">
                <a:solidFill>
                  <a:srgbClr val="B72B2C"/>
                </a:solidFill>
              </a:defRPr>
            </a:lvl1pPr>
            <a:lvl2pPr>
              <a:defRPr sz="1200" b="1">
                <a:solidFill>
                  <a:srgbClr val="B72B2C"/>
                </a:solidFill>
              </a:defRPr>
            </a:lvl2pPr>
            <a:lvl3pPr>
              <a:defRPr sz="1200" b="1">
                <a:solidFill>
                  <a:srgbClr val="B72B2C"/>
                </a:solidFill>
              </a:defRPr>
            </a:lvl3pPr>
            <a:lvl4pPr>
              <a:defRPr sz="1200" b="1">
                <a:solidFill>
                  <a:srgbClr val="B72B2C"/>
                </a:solidFill>
              </a:defRPr>
            </a:lvl4pPr>
            <a:lvl5pPr>
              <a:defRPr sz="1200" b="1">
                <a:solidFill>
                  <a:srgbClr val="B72B2C"/>
                </a:solidFill>
              </a:defRPr>
            </a:lvl5pPr>
            <a:lvl6pPr>
              <a:defRPr sz="1200" b="1">
                <a:solidFill>
                  <a:srgbClr val="B72B2C"/>
                </a:solidFill>
              </a:defRPr>
            </a:lvl6pPr>
            <a:lvl7pPr>
              <a:defRPr sz="1200" b="1">
                <a:solidFill>
                  <a:srgbClr val="B72B2C"/>
                </a:solidFill>
              </a:defRPr>
            </a:lvl7pPr>
            <a:lvl8pPr>
              <a:defRPr sz="1200" b="1">
                <a:solidFill>
                  <a:srgbClr val="B72B2C"/>
                </a:solidFill>
              </a:defRPr>
            </a:lvl8pPr>
            <a:lvl9pPr>
              <a:defRPr sz="1200" b="1">
                <a:solidFill>
                  <a:srgbClr val="B72B2C"/>
                </a:solidFill>
              </a:defRPr>
            </a:lvl9pPr>
          </a:lstStyle>
          <a:p>
            <a:pPr>
              <a:defRPr sz="1200" b="1">
                <a:solidFill>
                  <a:srgbClr val="B72B2C"/>
                </a:solidFill>
              </a:defRPr>
            </a:pPr>
            <a:r>
              <a:rPr sz="1200" b="1">
                <a:solidFill>
                  <a:srgbClr val="B72B2C"/>
                </a:solidFill>
              </a:rPr>
              <a:t>TLS  ·  8883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484B18-5352-4AFA-BEC5-201636504E63}"/>
              </a:ext>
            </a:extLst>
          </p:cNvPr>
          <p:cNvSpPr>
            <a:spLocks noGrp="1"/>
          </p:cNvSpPr>
          <p:nvPr/>
        </p:nvSpPr>
        <p:spPr>
          <a:xfrm>
            <a:off x="2381250" y="4333875"/>
            <a:ext cx="500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425" b="0">
                <a:solidFill>
                  <a:srgbClr val="222A32"/>
                </a:solidFill>
              </a:defRPr>
            </a:defPPr>
            <a:lvl1pPr>
              <a:defRPr sz="1425" b="0">
                <a:solidFill>
                  <a:srgbClr val="222A32"/>
                </a:solidFill>
              </a:defRPr>
            </a:lvl1pPr>
            <a:lvl2pPr>
              <a:defRPr sz="1425" b="0">
                <a:solidFill>
                  <a:srgbClr val="222A32"/>
                </a:solidFill>
              </a:defRPr>
            </a:lvl2pPr>
            <a:lvl3pPr>
              <a:defRPr sz="1425" b="0">
                <a:solidFill>
                  <a:srgbClr val="222A32"/>
                </a:solidFill>
              </a:defRPr>
            </a:lvl3pPr>
            <a:lvl4pPr>
              <a:defRPr sz="1425" b="0">
                <a:solidFill>
                  <a:srgbClr val="222A32"/>
                </a:solidFill>
              </a:defRPr>
            </a:lvl4pPr>
            <a:lvl5pPr>
              <a:defRPr sz="1425" b="0">
                <a:solidFill>
                  <a:srgbClr val="222A32"/>
                </a:solidFill>
              </a:defRPr>
            </a:lvl5pPr>
            <a:lvl6pPr>
              <a:defRPr sz="1425" b="0">
                <a:solidFill>
                  <a:srgbClr val="222A32"/>
                </a:solidFill>
              </a:defRPr>
            </a:lvl6pPr>
            <a:lvl7pPr>
              <a:defRPr sz="1425" b="0">
                <a:solidFill>
                  <a:srgbClr val="222A32"/>
                </a:solidFill>
              </a:defRPr>
            </a:lvl7pPr>
            <a:lvl8pPr>
              <a:defRPr sz="1425" b="0">
                <a:solidFill>
                  <a:srgbClr val="222A32"/>
                </a:solidFill>
              </a:defRPr>
            </a:lvl8pPr>
            <a:lvl9pPr>
              <a:defRPr sz="1425" b="0">
                <a:solidFill>
                  <a:srgbClr val="222A32"/>
                </a:solidFill>
              </a:defRPr>
            </a:lvl9pPr>
          </a:lstStyle>
          <a:p>
            <a:pPr>
              <a:defRPr sz="1425" b="0">
                <a:solidFill>
                  <a:srgbClr val="222A32"/>
                </a:solidFill>
              </a:defRPr>
            </a:pPr>
            <a:r>
              <a:rPr sz="1425" b="0">
                <a:solidFill>
                  <a:srgbClr val="222A32"/>
                </a:solidFill>
              </a:rPr>
              <a:t>Certificate expired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831FC-9772-42B3-88B5-029F8819407C}"/>
              </a:ext>
            </a:extLst>
          </p:cNvPr>
          <p:cNvSpPr>
            <a:spLocks noGrp="1"/>
          </p:cNvSpPr>
          <p:nvPr/>
        </p:nvSpPr>
        <p:spPr>
          <a:xfrm>
            <a:off x="723900" y="4895850"/>
            <a:ext cx="6905625" cy="647700"/>
          </a:xfrm>
          <a:prstGeom prst="rect">
            <a:avLst/>
          </a:prstGeom>
          <a:solidFill>
            <a:srgbClr val="F4F6F7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00B19E-9A2E-4D57-A8E0-C2107E42D423}"/>
              </a:ext>
            </a:extLst>
          </p:cNvPr>
          <p:cNvSpPr>
            <a:spLocks noGrp="1"/>
          </p:cNvSpPr>
          <p:nvPr/>
        </p:nvSpPr>
        <p:spPr>
          <a:xfrm>
            <a:off x="904875" y="5095875"/>
            <a:ext cx="1476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B72B2C"/>
                </a:solidFill>
              </a:defRPr>
            </a:defPPr>
            <a:lvl1pPr>
              <a:defRPr sz="1200" b="1">
                <a:solidFill>
                  <a:srgbClr val="B72B2C"/>
                </a:solidFill>
              </a:defRPr>
            </a:lvl1pPr>
            <a:lvl2pPr>
              <a:defRPr sz="1200" b="1">
                <a:solidFill>
                  <a:srgbClr val="B72B2C"/>
                </a:solidFill>
              </a:defRPr>
            </a:lvl2pPr>
            <a:lvl3pPr>
              <a:defRPr sz="1200" b="1">
                <a:solidFill>
                  <a:srgbClr val="B72B2C"/>
                </a:solidFill>
              </a:defRPr>
            </a:lvl3pPr>
            <a:lvl4pPr>
              <a:defRPr sz="1200" b="1">
                <a:solidFill>
                  <a:srgbClr val="B72B2C"/>
                </a:solidFill>
              </a:defRPr>
            </a:lvl4pPr>
            <a:lvl5pPr>
              <a:defRPr sz="1200" b="1">
                <a:solidFill>
                  <a:srgbClr val="B72B2C"/>
                </a:solidFill>
              </a:defRPr>
            </a:lvl5pPr>
            <a:lvl6pPr>
              <a:defRPr sz="1200" b="1">
                <a:solidFill>
                  <a:srgbClr val="B72B2C"/>
                </a:solidFill>
              </a:defRPr>
            </a:lvl6pPr>
            <a:lvl7pPr>
              <a:defRPr sz="1200" b="1">
                <a:solidFill>
                  <a:srgbClr val="B72B2C"/>
                </a:solidFill>
              </a:defRPr>
            </a:lvl7pPr>
            <a:lvl8pPr>
              <a:defRPr sz="1200" b="1">
                <a:solidFill>
                  <a:srgbClr val="B72B2C"/>
                </a:solidFill>
              </a:defRPr>
            </a:lvl8pPr>
            <a:lvl9pPr>
              <a:defRPr sz="1200" b="1">
                <a:solidFill>
                  <a:srgbClr val="B72B2C"/>
                </a:solidFill>
              </a:defRPr>
            </a:lvl9pPr>
          </a:lstStyle>
          <a:p>
            <a:pPr>
              <a:defRPr sz="1200" b="1">
                <a:solidFill>
                  <a:srgbClr val="B72B2C"/>
                </a:solidFill>
              </a:defRPr>
            </a:pPr>
            <a:r>
              <a:rPr sz="1200" b="1">
                <a:solidFill>
                  <a:srgbClr val="B72B2C"/>
                </a:solidFill>
              </a:rPr>
              <a:t>TLS  ·  8883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A37A90-0B75-40CC-893A-DBE875D0B4A5}"/>
              </a:ext>
            </a:extLst>
          </p:cNvPr>
          <p:cNvSpPr>
            <a:spLocks noGrp="1"/>
          </p:cNvSpPr>
          <p:nvPr/>
        </p:nvSpPr>
        <p:spPr>
          <a:xfrm>
            <a:off x="2381250" y="5076825"/>
            <a:ext cx="500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425" b="0">
                <a:solidFill>
                  <a:srgbClr val="222A32"/>
                </a:solidFill>
              </a:defRPr>
            </a:defPPr>
            <a:lvl1pPr>
              <a:defRPr sz="1425" b="0">
                <a:solidFill>
                  <a:srgbClr val="222A32"/>
                </a:solidFill>
              </a:defRPr>
            </a:lvl1pPr>
            <a:lvl2pPr>
              <a:defRPr sz="1425" b="0">
                <a:solidFill>
                  <a:srgbClr val="222A32"/>
                </a:solidFill>
              </a:defRPr>
            </a:lvl2pPr>
            <a:lvl3pPr>
              <a:defRPr sz="1425" b="0">
                <a:solidFill>
                  <a:srgbClr val="222A32"/>
                </a:solidFill>
              </a:defRPr>
            </a:lvl3pPr>
            <a:lvl4pPr>
              <a:defRPr sz="1425" b="0">
                <a:solidFill>
                  <a:srgbClr val="222A32"/>
                </a:solidFill>
              </a:defRPr>
            </a:lvl4pPr>
            <a:lvl5pPr>
              <a:defRPr sz="1425" b="0">
                <a:solidFill>
                  <a:srgbClr val="222A32"/>
                </a:solidFill>
              </a:defRPr>
            </a:lvl5pPr>
            <a:lvl6pPr>
              <a:defRPr sz="1425" b="0">
                <a:solidFill>
                  <a:srgbClr val="222A32"/>
                </a:solidFill>
              </a:defRPr>
            </a:lvl6pPr>
            <a:lvl7pPr>
              <a:defRPr sz="1425" b="0">
                <a:solidFill>
                  <a:srgbClr val="222A32"/>
                </a:solidFill>
              </a:defRPr>
            </a:lvl7pPr>
            <a:lvl8pPr>
              <a:defRPr sz="1425" b="0">
                <a:solidFill>
                  <a:srgbClr val="222A32"/>
                </a:solidFill>
              </a:defRPr>
            </a:lvl8pPr>
            <a:lvl9pPr>
              <a:defRPr sz="1425" b="0">
                <a:solidFill>
                  <a:srgbClr val="222A32"/>
                </a:solidFill>
              </a:defRPr>
            </a:lvl9pPr>
          </a:lstStyle>
          <a:p>
            <a:pPr>
              <a:defRPr sz="1425" b="0">
                <a:solidFill>
                  <a:srgbClr val="222A32"/>
                </a:solidFill>
              </a:defRPr>
            </a:pPr>
            <a:r>
              <a:rPr sz="1425" b="0">
                <a:solidFill>
                  <a:srgbClr val="222A32"/>
                </a:solidFill>
              </a:rPr>
              <a:t>Certificate trust check failed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E013F2-AAE5-4BD3-84E0-B9CC2987840F}"/>
              </a:ext>
            </a:extLst>
          </p:cNvPr>
          <p:cNvSpPr>
            <a:spLocks noGrp="1"/>
          </p:cNvSpPr>
          <p:nvPr/>
        </p:nvSpPr>
        <p:spPr>
          <a:xfrm>
            <a:off x="8048625" y="27622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B72B2C"/>
                </a:solidFill>
              </a:defRPr>
            </a:defPPr>
            <a:lvl1pPr>
              <a:defRPr sz="1200" b="1">
                <a:solidFill>
                  <a:srgbClr val="B72B2C"/>
                </a:solidFill>
              </a:defRPr>
            </a:lvl1pPr>
            <a:lvl2pPr>
              <a:defRPr sz="1200" b="1">
                <a:solidFill>
                  <a:srgbClr val="B72B2C"/>
                </a:solidFill>
              </a:defRPr>
            </a:lvl2pPr>
            <a:lvl3pPr>
              <a:defRPr sz="1200" b="1">
                <a:solidFill>
                  <a:srgbClr val="B72B2C"/>
                </a:solidFill>
              </a:defRPr>
            </a:lvl3pPr>
            <a:lvl4pPr>
              <a:defRPr sz="1200" b="1">
                <a:solidFill>
                  <a:srgbClr val="B72B2C"/>
                </a:solidFill>
              </a:defRPr>
            </a:lvl4pPr>
            <a:lvl5pPr>
              <a:defRPr sz="1200" b="1">
                <a:solidFill>
                  <a:srgbClr val="B72B2C"/>
                </a:solidFill>
              </a:defRPr>
            </a:lvl5pPr>
            <a:lvl6pPr>
              <a:defRPr sz="1200" b="1">
                <a:solidFill>
                  <a:srgbClr val="B72B2C"/>
                </a:solidFill>
              </a:defRPr>
            </a:lvl6pPr>
            <a:lvl7pPr>
              <a:defRPr sz="1200" b="1">
                <a:solidFill>
                  <a:srgbClr val="B72B2C"/>
                </a:solidFill>
              </a:defRPr>
            </a:lvl7pPr>
            <a:lvl8pPr>
              <a:defRPr sz="1200" b="1">
                <a:solidFill>
                  <a:srgbClr val="B72B2C"/>
                </a:solidFill>
              </a:defRPr>
            </a:lvl8pPr>
            <a:lvl9pPr>
              <a:defRPr sz="1200" b="1">
                <a:solidFill>
                  <a:srgbClr val="B72B2C"/>
                </a:solidFill>
              </a:defRPr>
            </a:lvl9pPr>
          </a:lstStyle>
          <a:p>
            <a:pPr>
              <a:defRPr sz="1200" b="1">
                <a:solidFill>
                  <a:srgbClr val="B72B2C"/>
                </a:solidFill>
              </a:defRPr>
            </a:pPr>
            <a:r>
              <a:rPr sz="1200" b="1">
                <a:solidFill>
                  <a:srgbClr val="B72B2C"/>
                </a:solidFill>
              </a:rPr>
              <a:t>14 REDIS CVE CANDIDATES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DBE0C72-45CA-4D6A-8E88-A97C3CD5D110}"/>
              </a:ext>
            </a:extLst>
          </p:cNvPr>
          <p:cNvSpPr>
            <a:spLocks noGrp="1"/>
          </p:cNvSpPr>
          <p:nvPr/>
        </p:nvSpPr>
        <p:spPr>
          <a:xfrm>
            <a:off x="8048625" y="3143250"/>
            <a:ext cx="3143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425" b="0">
                <a:solidFill>
                  <a:srgbClr val="222A32"/>
                </a:solidFill>
              </a:defRPr>
            </a:defPPr>
            <a:lvl1pPr>
              <a:defRPr sz="1425" b="0">
                <a:solidFill>
                  <a:srgbClr val="222A32"/>
                </a:solidFill>
              </a:defRPr>
            </a:lvl1pPr>
            <a:lvl2pPr>
              <a:defRPr sz="1425" b="0">
                <a:solidFill>
                  <a:srgbClr val="222A32"/>
                </a:solidFill>
              </a:defRPr>
            </a:lvl2pPr>
            <a:lvl3pPr>
              <a:defRPr sz="1425" b="0">
                <a:solidFill>
                  <a:srgbClr val="222A32"/>
                </a:solidFill>
              </a:defRPr>
            </a:lvl3pPr>
            <a:lvl4pPr>
              <a:defRPr sz="1425" b="0">
                <a:solidFill>
                  <a:srgbClr val="222A32"/>
                </a:solidFill>
              </a:defRPr>
            </a:lvl4pPr>
            <a:lvl5pPr>
              <a:defRPr sz="1425" b="0">
                <a:solidFill>
                  <a:srgbClr val="222A32"/>
                </a:solidFill>
              </a:defRPr>
            </a:lvl5pPr>
            <a:lvl6pPr>
              <a:defRPr sz="1425" b="0">
                <a:solidFill>
                  <a:srgbClr val="222A32"/>
                </a:solidFill>
              </a:defRPr>
            </a:lvl6pPr>
            <a:lvl7pPr>
              <a:defRPr sz="1425" b="0">
                <a:solidFill>
                  <a:srgbClr val="222A32"/>
                </a:solidFill>
              </a:defRPr>
            </a:lvl7pPr>
            <a:lvl8pPr>
              <a:defRPr sz="1425" b="0">
                <a:solidFill>
                  <a:srgbClr val="222A32"/>
                </a:solidFill>
              </a:defRPr>
            </a:lvl8pPr>
            <a:lvl9pPr>
              <a:defRPr sz="1425" b="0">
                <a:solidFill>
                  <a:srgbClr val="222A32"/>
                </a:solidFill>
              </a:defRPr>
            </a:lvl9pPr>
          </a:lstStyle>
          <a:p>
            <a:pPr>
              <a:defRPr sz="1425" b="0">
                <a:solidFill>
                  <a:srgbClr val="222A32"/>
                </a:solidFill>
              </a:defRPr>
            </a:pPr>
            <a:r>
              <a:rPr sz="1425" b="0">
                <a:solidFill>
                  <a:srgbClr val="222A32"/>
                </a:solidFill>
              </a:rPr>
              <a:t>Both labs use Redis. Version matches require verification; they are not confirmed exploits.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673524E-B181-4E08-B73D-55E4EADC9B5F}"/>
              </a:ext>
            </a:extLst>
          </p:cNvPr>
          <p:cNvSpPr>
            <a:spLocks noGrp="1"/>
          </p:cNvSpPr>
          <p:nvPr/>
        </p:nvSpPr>
        <p:spPr>
          <a:xfrm>
            <a:off x="8048625" y="4476750"/>
            <a:ext cx="3143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B72B2C"/>
                </a:solidFill>
              </a:defRPr>
            </a:defPPr>
            <a:lvl1pPr>
              <a:defRPr sz="1200" b="1">
                <a:solidFill>
                  <a:srgbClr val="B72B2C"/>
                </a:solidFill>
              </a:defRPr>
            </a:lvl1pPr>
            <a:lvl2pPr>
              <a:defRPr sz="1200" b="1">
                <a:solidFill>
                  <a:srgbClr val="B72B2C"/>
                </a:solidFill>
              </a:defRPr>
            </a:lvl2pPr>
            <a:lvl3pPr>
              <a:defRPr sz="1200" b="1">
                <a:solidFill>
                  <a:srgbClr val="B72B2C"/>
                </a:solidFill>
              </a:defRPr>
            </a:lvl3pPr>
            <a:lvl4pPr>
              <a:defRPr sz="1200" b="1">
                <a:solidFill>
                  <a:srgbClr val="B72B2C"/>
                </a:solidFill>
              </a:defRPr>
            </a:lvl4pPr>
            <a:lvl5pPr>
              <a:defRPr sz="1200" b="1">
                <a:solidFill>
                  <a:srgbClr val="B72B2C"/>
                </a:solidFill>
              </a:defRPr>
            </a:lvl5pPr>
            <a:lvl6pPr>
              <a:defRPr sz="1200" b="1">
                <a:solidFill>
                  <a:srgbClr val="B72B2C"/>
                </a:solidFill>
              </a:defRPr>
            </a:lvl6pPr>
            <a:lvl7pPr>
              <a:defRPr sz="1200" b="1">
                <a:solidFill>
                  <a:srgbClr val="B72B2C"/>
                </a:solidFill>
              </a:defRPr>
            </a:lvl7pPr>
            <a:lvl8pPr>
              <a:defRPr sz="1200" b="1">
                <a:solidFill>
                  <a:srgbClr val="B72B2C"/>
                </a:solidFill>
              </a:defRPr>
            </a:lvl8pPr>
            <a:lvl9pPr>
              <a:defRPr sz="1200" b="1">
                <a:solidFill>
                  <a:srgbClr val="B72B2C"/>
                </a:solidFill>
              </a:defRPr>
            </a:lvl9pPr>
          </a:lstStyle>
          <a:p>
            <a:pPr>
              <a:defRPr sz="1200" b="1">
                <a:solidFill>
                  <a:srgbClr val="B72B2C"/>
                </a:solidFill>
              </a:defRPr>
            </a:pPr>
            <a:r>
              <a:rPr sz="1200" b="1">
                <a:solidFill>
                  <a:srgbClr val="B72B2C"/>
                </a:solidFill>
              </a:rPr>
              <a:t>NEXT STEP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1EA25D4-EB9A-4127-9056-29C7818B0CB4}"/>
              </a:ext>
            </a:extLst>
          </p:cNvPr>
          <p:cNvSpPr>
            <a:spLocks noGrp="1"/>
          </p:cNvSpPr>
          <p:nvPr/>
        </p:nvSpPr>
        <p:spPr>
          <a:xfrm>
            <a:off x="8048625" y="4810125"/>
            <a:ext cx="3143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425" b="0">
                <a:solidFill>
                  <a:srgbClr val="222A32"/>
                </a:solidFill>
              </a:defRPr>
            </a:defPPr>
            <a:lvl1pPr>
              <a:defRPr sz="1425" b="0">
                <a:solidFill>
                  <a:srgbClr val="222A32"/>
                </a:solidFill>
              </a:defRPr>
            </a:lvl1pPr>
            <a:lvl2pPr>
              <a:defRPr sz="1425" b="0">
                <a:solidFill>
                  <a:srgbClr val="222A32"/>
                </a:solidFill>
              </a:defRPr>
            </a:lvl2pPr>
            <a:lvl3pPr>
              <a:defRPr sz="1425" b="0">
                <a:solidFill>
                  <a:srgbClr val="222A32"/>
                </a:solidFill>
              </a:defRPr>
            </a:lvl3pPr>
            <a:lvl4pPr>
              <a:defRPr sz="1425" b="0">
                <a:solidFill>
                  <a:srgbClr val="222A32"/>
                </a:solidFill>
              </a:defRPr>
            </a:lvl4pPr>
            <a:lvl5pPr>
              <a:defRPr sz="1425" b="0">
                <a:solidFill>
                  <a:srgbClr val="222A32"/>
                </a:solidFill>
              </a:defRPr>
            </a:lvl5pPr>
            <a:lvl6pPr>
              <a:defRPr sz="1425" b="0">
                <a:solidFill>
                  <a:srgbClr val="222A32"/>
                </a:solidFill>
              </a:defRPr>
            </a:lvl6pPr>
            <a:lvl7pPr>
              <a:defRPr sz="1425" b="0">
                <a:solidFill>
                  <a:srgbClr val="222A32"/>
                </a:solidFill>
              </a:defRPr>
            </a:lvl7pPr>
            <a:lvl8pPr>
              <a:defRPr sz="1425" b="0">
                <a:solidFill>
                  <a:srgbClr val="222A32"/>
                </a:solidFill>
              </a:defRPr>
            </a:lvl8pPr>
            <a:lvl9pPr>
              <a:defRPr sz="1425" b="0">
                <a:solidFill>
                  <a:srgbClr val="222A32"/>
                </a:solidFill>
              </a:defRPr>
            </a:lvl9pPr>
          </a:lstStyle>
          <a:p>
            <a:pPr>
              <a:defRPr sz="1425" b="0">
                <a:solidFill>
                  <a:srgbClr val="222A32"/>
                </a:solidFill>
              </a:defRPr>
            </a:pPr>
            <a:r>
              <a:rPr sz="1425" b="0">
                <a:solidFill>
                  <a:srgbClr val="222A32"/>
                </a:solidFill>
              </a:rPr>
              <a:t>Restrict access, replace the certificate and retest.</a:t>
            </a:r>
          </a:p>
        </p:txBody>
      </p:sp>
    </p:spTree>
    <p:extLst>
      <p:ext uri="{BB962C8B-B14F-4D97-AF65-F5344CB8AC3E}">
        <p14:creationId xmlns:p14="http://schemas.microsoft.com/office/powerpoint/2010/main" val="634137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1841962-8CD3-406D-9B71-6653CED36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14287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507EB8B-D8D5-4632-BE5B-72CFF452D3E5}"/>
              </a:ext>
            </a:extLst>
          </p:cNvPr>
          <p:cNvSpPr>
            <a:spLocks noGrp="1"/>
          </p:cNvSpPr>
          <p:nvPr/>
        </p:nvSpPr>
        <p:spPr>
          <a:xfrm>
            <a:off x="714375" y="1571625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400" b="1">
                <a:solidFill>
                  <a:srgbClr val="202830"/>
                </a:solidFill>
              </a:defRPr>
            </a:defPPr>
            <a:lvl1pPr>
              <a:defRPr sz="2400" b="1">
                <a:solidFill>
                  <a:srgbClr val="202830"/>
                </a:solidFill>
              </a:defRPr>
            </a:lvl1pPr>
            <a:lvl2pPr>
              <a:defRPr sz="2400" b="1">
                <a:solidFill>
                  <a:srgbClr val="202830"/>
                </a:solidFill>
              </a:defRPr>
            </a:lvl2pPr>
            <a:lvl3pPr>
              <a:defRPr sz="2400" b="1">
                <a:solidFill>
                  <a:srgbClr val="202830"/>
                </a:solidFill>
              </a:defRPr>
            </a:lvl3pPr>
            <a:lvl4pPr>
              <a:defRPr sz="2400" b="1">
                <a:solidFill>
                  <a:srgbClr val="202830"/>
                </a:solidFill>
              </a:defRPr>
            </a:lvl4pPr>
            <a:lvl5pPr>
              <a:defRPr sz="2400" b="1">
                <a:solidFill>
                  <a:srgbClr val="202830"/>
                </a:solidFill>
              </a:defRPr>
            </a:lvl5pPr>
            <a:lvl6pPr>
              <a:defRPr sz="2400" b="1">
                <a:solidFill>
                  <a:srgbClr val="202830"/>
                </a:solidFill>
              </a:defRPr>
            </a:lvl6pPr>
            <a:lvl7pPr>
              <a:defRPr sz="2400" b="1">
                <a:solidFill>
                  <a:srgbClr val="202830"/>
                </a:solidFill>
              </a:defRPr>
            </a:lvl7pPr>
            <a:lvl8pPr>
              <a:defRPr sz="2400" b="1">
                <a:solidFill>
                  <a:srgbClr val="202830"/>
                </a:solidFill>
              </a:defRPr>
            </a:lvl8pPr>
            <a:lvl9pPr>
              <a:defRPr sz="2400" b="1">
                <a:solidFill>
                  <a:srgbClr val="202830"/>
                </a:solidFill>
              </a:defRPr>
            </a:lvl9pPr>
          </a:lstStyle>
          <a:p>
            <a:pPr>
              <a:defRPr sz="2400" b="1">
                <a:solidFill>
                  <a:srgbClr val="202830"/>
                </a:solidFill>
              </a:defRPr>
            </a:pPr>
            <a:r>
              <a:rPr sz="2400" b="1">
                <a:solidFill>
                  <a:srgbClr val="202830"/>
                </a:solidFill>
              </a:rPr>
              <a:t>Office Lab  |  Demonstration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D3DA68-0FD0-41BD-94EE-FCD89EB28BF0}"/>
              </a:ext>
            </a:extLst>
          </p:cNvPr>
          <p:cNvSpPr>
            <a:spLocks noGrp="1"/>
          </p:cNvSpPr>
          <p:nvPr/>
        </p:nvSpPr>
        <p:spPr>
          <a:xfrm>
            <a:off x="723900" y="2047875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75" b="0">
                <a:solidFill>
                  <a:srgbClr val="53606C"/>
                </a:solidFill>
              </a:defRPr>
            </a:defPPr>
            <a:lvl1pPr>
              <a:defRPr sz="1275" b="0">
                <a:solidFill>
                  <a:srgbClr val="53606C"/>
                </a:solidFill>
              </a:defRPr>
            </a:lvl1pPr>
            <a:lvl2pPr>
              <a:defRPr sz="1275" b="0">
                <a:solidFill>
                  <a:srgbClr val="53606C"/>
                </a:solidFill>
              </a:defRPr>
            </a:lvl2pPr>
            <a:lvl3pPr>
              <a:defRPr sz="1275" b="0">
                <a:solidFill>
                  <a:srgbClr val="53606C"/>
                </a:solidFill>
              </a:defRPr>
            </a:lvl3pPr>
            <a:lvl4pPr>
              <a:defRPr sz="1275" b="0">
                <a:solidFill>
                  <a:srgbClr val="53606C"/>
                </a:solidFill>
              </a:defRPr>
            </a:lvl4pPr>
            <a:lvl5pPr>
              <a:defRPr sz="1275" b="0">
                <a:solidFill>
                  <a:srgbClr val="53606C"/>
                </a:solidFill>
              </a:defRPr>
            </a:lvl5pPr>
            <a:lvl6pPr>
              <a:defRPr sz="1275" b="0">
                <a:solidFill>
                  <a:srgbClr val="53606C"/>
                </a:solidFill>
              </a:defRPr>
            </a:lvl6pPr>
            <a:lvl7pPr>
              <a:defRPr sz="1275" b="0">
                <a:solidFill>
                  <a:srgbClr val="53606C"/>
                </a:solidFill>
              </a:defRPr>
            </a:lvl7pPr>
            <a:lvl8pPr>
              <a:defRPr sz="1275" b="0">
                <a:solidFill>
                  <a:srgbClr val="53606C"/>
                </a:solidFill>
              </a:defRPr>
            </a:lvl8pPr>
            <a:lvl9pPr>
              <a:defRPr sz="1275" b="0">
                <a:solidFill>
                  <a:srgbClr val="53606C"/>
                </a:solidFill>
              </a:defRPr>
            </a:lvl9pPr>
          </a:lstStyle>
          <a:p>
            <a:pPr>
              <a:defRPr sz="1275" b="0">
                <a:solidFill>
                  <a:srgbClr val="53606C"/>
                </a:solidFill>
              </a:defRPr>
            </a:pPr>
            <a:r>
              <a:rPr sz="1275" b="0">
                <a:solidFill>
                  <a:srgbClr val="53606C"/>
                </a:solidFill>
              </a:rPr>
              <a:t>Lab interface and recorded assessment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757573-953E-4D59-98B4-E2FFFD88F4EC}"/>
              </a:ext>
            </a:extLst>
          </p:cNvPr>
          <p:cNvSpPr>
            <a:spLocks noGrp="1"/>
          </p:cNvSpPr>
          <p:nvPr/>
        </p:nvSpPr>
        <p:spPr>
          <a:xfrm>
            <a:off x="723900" y="2419350"/>
            <a:ext cx="704850" cy="47625"/>
          </a:xfrm>
          <a:prstGeom prst="rect">
            <a:avLst/>
          </a:prstGeom>
          <a:solidFill>
            <a:srgbClr val="B72B2C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2ECC6E-B436-4315-8B54-613B35BA0221}"/>
              </a:ext>
            </a:extLst>
          </p:cNvPr>
          <p:cNvSpPr>
            <a:spLocks noGrp="1"/>
          </p:cNvSpPr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B72B2C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34005F-5A64-45E4-91F0-B83F64C32944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050" b="0">
                <a:solidFill>
                  <a:srgbClr val="53606C"/>
                </a:solidFill>
              </a:defRPr>
            </a:defPPr>
            <a:lvl1pPr>
              <a:defRPr sz="1050" b="0">
                <a:solidFill>
                  <a:srgbClr val="53606C"/>
                </a:solidFill>
              </a:defRPr>
            </a:lvl1pPr>
            <a:lvl2pPr>
              <a:defRPr sz="1050" b="0">
                <a:solidFill>
                  <a:srgbClr val="53606C"/>
                </a:solidFill>
              </a:defRPr>
            </a:lvl2pPr>
            <a:lvl3pPr>
              <a:defRPr sz="1050" b="0">
                <a:solidFill>
                  <a:srgbClr val="53606C"/>
                </a:solidFill>
              </a:defRPr>
            </a:lvl3pPr>
            <a:lvl4pPr>
              <a:defRPr sz="1050" b="0">
                <a:solidFill>
                  <a:srgbClr val="53606C"/>
                </a:solidFill>
              </a:defRPr>
            </a:lvl4pPr>
            <a:lvl5pPr>
              <a:defRPr sz="1050" b="0">
                <a:solidFill>
                  <a:srgbClr val="53606C"/>
                </a:solidFill>
              </a:defRPr>
            </a:lvl5pPr>
            <a:lvl6pPr>
              <a:defRPr sz="1050" b="0">
                <a:solidFill>
                  <a:srgbClr val="53606C"/>
                </a:solidFill>
              </a:defRPr>
            </a:lvl6pPr>
            <a:lvl7pPr>
              <a:defRPr sz="1050" b="0">
                <a:solidFill>
                  <a:srgbClr val="53606C"/>
                </a:solidFill>
              </a:defRPr>
            </a:lvl7pPr>
            <a:lvl8pPr>
              <a:defRPr sz="1050" b="0">
                <a:solidFill>
                  <a:srgbClr val="53606C"/>
                </a:solidFill>
              </a:defRPr>
            </a:lvl8pPr>
            <a:lvl9pPr>
              <a:defRPr sz="1050" b="0">
                <a:solidFill>
                  <a:srgbClr val="53606C"/>
                </a:solidFill>
              </a:defRPr>
            </a:lvl9pPr>
          </a:lstStyle>
          <a:p>
            <a:pPr>
              <a:defRPr sz="1050" b="0">
                <a:solidFill>
                  <a:srgbClr val="53606C"/>
                </a:solidFill>
              </a:defRPr>
            </a:pPr>
            <a:r>
              <a:rPr sz="1050" b="0">
                <a:solidFill>
                  <a:srgbClr val="53606C"/>
                </a:solidFill>
              </a:rPr>
              <a:t>05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863B2D-8F94-4470-91FA-A1B8DD6426DB}"/>
              </a:ext>
            </a:extLst>
          </p:cNvPr>
          <p:cNvSpPr>
            <a:spLocks noGrp="1"/>
          </p:cNvSpPr>
          <p:nvPr/>
        </p:nvSpPr>
        <p:spPr>
          <a:xfrm>
            <a:off x="723900" y="2619375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B72B2C"/>
                </a:solidFill>
              </a:defRPr>
            </a:defPPr>
            <a:lvl1pPr>
              <a:defRPr sz="1200" b="1">
                <a:solidFill>
                  <a:srgbClr val="B72B2C"/>
                </a:solidFill>
              </a:defRPr>
            </a:lvl1pPr>
            <a:lvl2pPr>
              <a:defRPr sz="1200" b="1">
                <a:solidFill>
                  <a:srgbClr val="B72B2C"/>
                </a:solidFill>
              </a:defRPr>
            </a:lvl2pPr>
            <a:lvl3pPr>
              <a:defRPr sz="1200" b="1">
                <a:solidFill>
                  <a:srgbClr val="B72B2C"/>
                </a:solidFill>
              </a:defRPr>
            </a:lvl3pPr>
            <a:lvl4pPr>
              <a:defRPr sz="1200" b="1">
                <a:solidFill>
                  <a:srgbClr val="B72B2C"/>
                </a:solidFill>
              </a:defRPr>
            </a:lvl4pPr>
            <a:lvl5pPr>
              <a:defRPr sz="1200" b="1">
                <a:solidFill>
                  <a:srgbClr val="B72B2C"/>
                </a:solidFill>
              </a:defRPr>
            </a:lvl5pPr>
            <a:lvl6pPr>
              <a:defRPr sz="1200" b="1">
                <a:solidFill>
                  <a:srgbClr val="B72B2C"/>
                </a:solidFill>
              </a:defRPr>
            </a:lvl6pPr>
            <a:lvl7pPr>
              <a:defRPr sz="1200" b="1">
                <a:solidFill>
                  <a:srgbClr val="B72B2C"/>
                </a:solidFill>
              </a:defRPr>
            </a:lvl7pPr>
            <a:lvl8pPr>
              <a:defRPr sz="1200" b="1">
                <a:solidFill>
                  <a:srgbClr val="B72B2C"/>
                </a:solidFill>
              </a:defRPr>
            </a:lvl8pPr>
            <a:lvl9pPr>
              <a:defRPr sz="1200" b="1">
                <a:solidFill>
                  <a:srgbClr val="B72B2C"/>
                </a:solidFill>
              </a:defRPr>
            </a:lvl9pPr>
          </a:lstStyle>
          <a:p>
            <a:pPr>
              <a:defRPr sz="1200" b="1">
                <a:solidFill>
                  <a:srgbClr val="B72B2C"/>
                </a:solidFill>
              </a:defRPr>
            </a:pPr>
            <a:r>
              <a:rPr sz="1200" b="1">
                <a:solidFill>
                  <a:srgbClr val="B72B2C"/>
                </a:solidFill>
              </a:rPr>
              <a:t>LAB INTERFACE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8BA0A1-43EB-499F-816F-0E7B7438C7B1}"/>
              </a:ext>
            </a:extLst>
          </p:cNvPr>
          <p:cNvSpPr>
            <a:spLocks noGrp="1"/>
          </p:cNvSpPr>
          <p:nvPr/>
        </p:nvSpPr>
        <p:spPr>
          <a:xfrm>
            <a:off x="6286500" y="2619375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B72B2C"/>
                </a:solidFill>
              </a:defRPr>
            </a:defPPr>
            <a:lvl1pPr>
              <a:defRPr sz="1200" b="1">
                <a:solidFill>
                  <a:srgbClr val="B72B2C"/>
                </a:solidFill>
              </a:defRPr>
            </a:lvl1pPr>
            <a:lvl2pPr>
              <a:defRPr sz="1200" b="1">
                <a:solidFill>
                  <a:srgbClr val="B72B2C"/>
                </a:solidFill>
              </a:defRPr>
            </a:lvl2pPr>
            <a:lvl3pPr>
              <a:defRPr sz="1200" b="1">
                <a:solidFill>
                  <a:srgbClr val="B72B2C"/>
                </a:solidFill>
              </a:defRPr>
            </a:lvl3pPr>
            <a:lvl4pPr>
              <a:defRPr sz="1200" b="1">
                <a:solidFill>
                  <a:srgbClr val="B72B2C"/>
                </a:solidFill>
              </a:defRPr>
            </a:lvl4pPr>
            <a:lvl5pPr>
              <a:defRPr sz="1200" b="1">
                <a:solidFill>
                  <a:srgbClr val="B72B2C"/>
                </a:solidFill>
              </a:defRPr>
            </a:lvl5pPr>
            <a:lvl6pPr>
              <a:defRPr sz="1200" b="1">
                <a:solidFill>
                  <a:srgbClr val="B72B2C"/>
                </a:solidFill>
              </a:defRPr>
            </a:lvl6pPr>
            <a:lvl7pPr>
              <a:defRPr sz="1200" b="1">
                <a:solidFill>
                  <a:srgbClr val="B72B2C"/>
                </a:solidFill>
              </a:defRPr>
            </a:lvl7pPr>
            <a:lvl8pPr>
              <a:defRPr sz="1200" b="1">
                <a:solidFill>
                  <a:srgbClr val="B72B2C"/>
                </a:solidFill>
              </a:defRPr>
            </a:lvl8pPr>
            <a:lvl9pPr>
              <a:defRPr sz="1200" b="1">
                <a:solidFill>
                  <a:srgbClr val="B72B2C"/>
                </a:solidFill>
              </a:defRPr>
            </a:lvl9pPr>
          </a:lstStyle>
          <a:p>
            <a:pPr>
              <a:defRPr sz="1200" b="1">
                <a:solidFill>
                  <a:srgbClr val="B72B2C"/>
                </a:solidFill>
              </a:defRPr>
            </a:pPr>
            <a:r>
              <a:rPr sz="1200" b="1">
                <a:solidFill>
                  <a:srgbClr val="B72B2C"/>
                </a:solidFill>
              </a:rPr>
              <a:t>RECORDED FINDINGS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035207-B661-4BEC-897D-7521591B21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408426" y="2952750"/>
            <a:ext cx="3822074" cy="31432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986B94-9826-456E-BF0A-E6E9292780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882353" y="2952750"/>
            <a:ext cx="3999419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565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E5DDAA8-F1DF-4205-8251-90E0670E6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14287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67D9414-31E9-4724-9A5D-19DD764D5E04}"/>
              </a:ext>
            </a:extLst>
          </p:cNvPr>
          <p:cNvSpPr>
            <a:spLocks noGrp="1"/>
          </p:cNvSpPr>
          <p:nvPr/>
        </p:nvSpPr>
        <p:spPr>
          <a:xfrm>
            <a:off x="714375" y="1571625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400" b="1">
                <a:solidFill>
                  <a:srgbClr val="202830"/>
                </a:solidFill>
              </a:defRPr>
            </a:defPPr>
            <a:lvl1pPr>
              <a:defRPr sz="2400" b="1">
                <a:solidFill>
                  <a:srgbClr val="202830"/>
                </a:solidFill>
              </a:defRPr>
            </a:lvl1pPr>
            <a:lvl2pPr>
              <a:defRPr sz="2400" b="1">
                <a:solidFill>
                  <a:srgbClr val="202830"/>
                </a:solidFill>
              </a:defRPr>
            </a:lvl2pPr>
            <a:lvl3pPr>
              <a:defRPr sz="2400" b="1">
                <a:solidFill>
                  <a:srgbClr val="202830"/>
                </a:solidFill>
              </a:defRPr>
            </a:lvl3pPr>
            <a:lvl4pPr>
              <a:defRPr sz="2400" b="1">
                <a:solidFill>
                  <a:srgbClr val="202830"/>
                </a:solidFill>
              </a:defRPr>
            </a:lvl4pPr>
            <a:lvl5pPr>
              <a:defRPr sz="2400" b="1">
                <a:solidFill>
                  <a:srgbClr val="202830"/>
                </a:solidFill>
              </a:defRPr>
            </a:lvl5pPr>
            <a:lvl6pPr>
              <a:defRPr sz="2400" b="1">
                <a:solidFill>
                  <a:srgbClr val="202830"/>
                </a:solidFill>
              </a:defRPr>
            </a:lvl6pPr>
            <a:lvl7pPr>
              <a:defRPr sz="2400" b="1">
                <a:solidFill>
                  <a:srgbClr val="202830"/>
                </a:solidFill>
              </a:defRPr>
            </a:lvl7pPr>
            <a:lvl8pPr>
              <a:defRPr sz="2400" b="1">
                <a:solidFill>
                  <a:srgbClr val="202830"/>
                </a:solidFill>
              </a:defRPr>
            </a:lvl8pPr>
            <a:lvl9pPr>
              <a:defRPr sz="2400" b="1">
                <a:solidFill>
                  <a:srgbClr val="202830"/>
                </a:solidFill>
              </a:defRPr>
            </a:lvl9pPr>
          </a:lstStyle>
          <a:p>
            <a:pPr>
              <a:defRPr sz="2400" b="1">
                <a:solidFill>
                  <a:srgbClr val="202830"/>
                </a:solidFill>
              </a:defRPr>
            </a:pPr>
            <a:r>
              <a:rPr sz="2400" b="1">
                <a:solidFill>
                  <a:srgbClr val="202830"/>
                </a:solidFill>
              </a:rPr>
              <a:t>IoT Lab  |  Demonstration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0F306F-A7C2-42B3-B4C3-D3E2C1863751}"/>
              </a:ext>
            </a:extLst>
          </p:cNvPr>
          <p:cNvSpPr>
            <a:spLocks noGrp="1"/>
          </p:cNvSpPr>
          <p:nvPr/>
        </p:nvSpPr>
        <p:spPr>
          <a:xfrm>
            <a:off x="723900" y="2047875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75" b="0">
                <a:solidFill>
                  <a:srgbClr val="53606C"/>
                </a:solidFill>
              </a:defRPr>
            </a:defPPr>
            <a:lvl1pPr>
              <a:defRPr sz="1275" b="0">
                <a:solidFill>
                  <a:srgbClr val="53606C"/>
                </a:solidFill>
              </a:defRPr>
            </a:lvl1pPr>
            <a:lvl2pPr>
              <a:defRPr sz="1275" b="0">
                <a:solidFill>
                  <a:srgbClr val="53606C"/>
                </a:solidFill>
              </a:defRPr>
            </a:lvl2pPr>
            <a:lvl3pPr>
              <a:defRPr sz="1275" b="0">
                <a:solidFill>
                  <a:srgbClr val="53606C"/>
                </a:solidFill>
              </a:defRPr>
            </a:lvl3pPr>
            <a:lvl4pPr>
              <a:defRPr sz="1275" b="0">
                <a:solidFill>
                  <a:srgbClr val="53606C"/>
                </a:solidFill>
              </a:defRPr>
            </a:lvl4pPr>
            <a:lvl5pPr>
              <a:defRPr sz="1275" b="0">
                <a:solidFill>
                  <a:srgbClr val="53606C"/>
                </a:solidFill>
              </a:defRPr>
            </a:lvl5pPr>
            <a:lvl6pPr>
              <a:defRPr sz="1275" b="0">
                <a:solidFill>
                  <a:srgbClr val="53606C"/>
                </a:solidFill>
              </a:defRPr>
            </a:lvl6pPr>
            <a:lvl7pPr>
              <a:defRPr sz="1275" b="0">
                <a:solidFill>
                  <a:srgbClr val="53606C"/>
                </a:solidFill>
              </a:defRPr>
            </a:lvl7pPr>
            <a:lvl8pPr>
              <a:defRPr sz="1275" b="0">
                <a:solidFill>
                  <a:srgbClr val="53606C"/>
                </a:solidFill>
              </a:defRPr>
            </a:lvl8pPr>
            <a:lvl9pPr>
              <a:defRPr sz="1275" b="0">
                <a:solidFill>
                  <a:srgbClr val="53606C"/>
                </a:solidFill>
              </a:defRPr>
            </a:lvl9pPr>
          </a:lstStyle>
          <a:p>
            <a:pPr>
              <a:defRPr sz="1275" b="0">
                <a:solidFill>
                  <a:srgbClr val="53606C"/>
                </a:solidFill>
              </a:defRPr>
            </a:pPr>
            <a:r>
              <a:rPr sz="1275" b="0">
                <a:solidFill>
                  <a:srgbClr val="53606C"/>
                </a:solidFill>
              </a:rPr>
              <a:t>Lab interface and recorded assessment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1BFB76-541D-44D6-A339-2278302B48A2}"/>
              </a:ext>
            </a:extLst>
          </p:cNvPr>
          <p:cNvSpPr>
            <a:spLocks noGrp="1"/>
          </p:cNvSpPr>
          <p:nvPr/>
        </p:nvSpPr>
        <p:spPr>
          <a:xfrm>
            <a:off x="723900" y="2419350"/>
            <a:ext cx="704850" cy="47625"/>
          </a:xfrm>
          <a:prstGeom prst="rect">
            <a:avLst/>
          </a:prstGeom>
          <a:solidFill>
            <a:srgbClr val="B72B2C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0A2B9F-B97F-440A-A0AD-367C7116F09A}"/>
              </a:ext>
            </a:extLst>
          </p:cNvPr>
          <p:cNvSpPr>
            <a:spLocks noGrp="1"/>
          </p:cNvSpPr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B72B2C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DF28CB-9721-437A-9F19-91D961884400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050" b="0">
                <a:solidFill>
                  <a:srgbClr val="53606C"/>
                </a:solidFill>
              </a:defRPr>
            </a:defPPr>
            <a:lvl1pPr>
              <a:defRPr sz="1050" b="0">
                <a:solidFill>
                  <a:srgbClr val="53606C"/>
                </a:solidFill>
              </a:defRPr>
            </a:lvl1pPr>
            <a:lvl2pPr>
              <a:defRPr sz="1050" b="0">
                <a:solidFill>
                  <a:srgbClr val="53606C"/>
                </a:solidFill>
              </a:defRPr>
            </a:lvl2pPr>
            <a:lvl3pPr>
              <a:defRPr sz="1050" b="0">
                <a:solidFill>
                  <a:srgbClr val="53606C"/>
                </a:solidFill>
              </a:defRPr>
            </a:lvl3pPr>
            <a:lvl4pPr>
              <a:defRPr sz="1050" b="0">
                <a:solidFill>
                  <a:srgbClr val="53606C"/>
                </a:solidFill>
              </a:defRPr>
            </a:lvl4pPr>
            <a:lvl5pPr>
              <a:defRPr sz="1050" b="0">
                <a:solidFill>
                  <a:srgbClr val="53606C"/>
                </a:solidFill>
              </a:defRPr>
            </a:lvl5pPr>
            <a:lvl6pPr>
              <a:defRPr sz="1050" b="0">
                <a:solidFill>
                  <a:srgbClr val="53606C"/>
                </a:solidFill>
              </a:defRPr>
            </a:lvl6pPr>
            <a:lvl7pPr>
              <a:defRPr sz="1050" b="0">
                <a:solidFill>
                  <a:srgbClr val="53606C"/>
                </a:solidFill>
              </a:defRPr>
            </a:lvl7pPr>
            <a:lvl8pPr>
              <a:defRPr sz="1050" b="0">
                <a:solidFill>
                  <a:srgbClr val="53606C"/>
                </a:solidFill>
              </a:defRPr>
            </a:lvl8pPr>
            <a:lvl9pPr>
              <a:defRPr sz="1050" b="0">
                <a:solidFill>
                  <a:srgbClr val="53606C"/>
                </a:solidFill>
              </a:defRPr>
            </a:lvl9pPr>
          </a:lstStyle>
          <a:p>
            <a:pPr>
              <a:defRPr sz="1050" b="0">
                <a:solidFill>
                  <a:srgbClr val="53606C"/>
                </a:solidFill>
              </a:defRPr>
            </a:pPr>
            <a:r>
              <a:rPr sz="1050" b="0">
                <a:solidFill>
                  <a:srgbClr val="53606C"/>
                </a:solidFill>
              </a:rPr>
              <a:t>06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68C3A5-1CE2-498D-81A1-92D7A74CB988}"/>
              </a:ext>
            </a:extLst>
          </p:cNvPr>
          <p:cNvSpPr>
            <a:spLocks noGrp="1"/>
          </p:cNvSpPr>
          <p:nvPr/>
        </p:nvSpPr>
        <p:spPr>
          <a:xfrm>
            <a:off x="723900" y="2619375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B72B2C"/>
                </a:solidFill>
              </a:defRPr>
            </a:defPPr>
            <a:lvl1pPr>
              <a:defRPr sz="1200" b="1">
                <a:solidFill>
                  <a:srgbClr val="B72B2C"/>
                </a:solidFill>
              </a:defRPr>
            </a:lvl1pPr>
            <a:lvl2pPr>
              <a:defRPr sz="1200" b="1">
                <a:solidFill>
                  <a:srgbClr val="B72B2C"/>
                </a:solidFill>
              </a:defRPr>
            </a:lvl2pPr>
            <a:lvl3pPr>
              <a:defRPr sz="1200" b="1">
                <a:solidFill>
                  <a:srgbClr val="B72B2C"/>
                </a:solidFill>
              </a:defRPr>
            </a:lvl3pPr>
            <a:lvl4pPr>
              <a:defRPr sz="1200" b="1">
                <a:solidFill>
                  <a:srgbClr val="B72B2C"/>
                </a:solidFill>
              </a:defRPr>
            </a:lvl4pPr>
            <a:lvl5pPr>
              <a:defRPr sz="1200" b="1">
                <a:solidFill>
                  <a:srgbClr val="B72B2C"/>
                </a:solidFill>
              </a:defRPr>
            </a:lvl5pPr>
            <a:lvl6pPr>
              <a:defRPr sz="1200" b="1">
                <a:solidFill>
                  <a:srgbClr val="B72B2C"/>
                </a:solidFill>
              </a:defRPr>
            </a:lvl6pPr>
            <a:lvl7pPr>
              <a:defRPr sz="1200" b="1">
                <a:solidFill>
                  <a:srgbClr val="B72B2C"/>
                </a:solidFill>
              </a:defRPr>
            </a:lvl7pPr>
            <a:lvl8pPr>
              <a:defRPr sz="1200" b="1">
                <a:solidFill>
                  <a:srgbClr val="B72B2C"/>
                </a:solidFill>
              </a:defRPr>
            </a:lvl8pPr>
            <a:lvl9pPr>
              <a:defRPr sz="1200" b="1">
                <a:solidFill>
                  <a:srgbClr val="B72B2C"/>
                </a:solidFill>
              </a:defRPr>
            </a:lvl9pPr>
          </a:lstStyle>
          <a:p>
            <a:pPr>
              <a:defRPr sz="1200" b="1">
                <a:solidFill>
                  <a:srgbClr val="B72B2C"/>
                </a:solidFill>
              </a:defRPr>
            </a:pPr>
            <a:r>
              <a:rPr sz="1200" b="1">
                <a:solidFill>
                  <a:srgbClr val="B72B2C"/>
                </a:solidFill>
              </a:rPr>
              <a:t>LAB INTERFACE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7B514C-6902-4428-8C24-13D071C84055}"/>
              </a:ext>
            </a:extLst>
          </p:cNvPr>
          <p:cNvSpPr>
            <a:spLocks noGrp="1"/>
          </p:cNvSpPr>
          <p:nvPr/>
        </p:nvSpPr>
        <p:spPr>
          <a:xfrm>
            <a:off x="6286500" y="2619375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B72B2C"/>
                </a:solidFill>
              </a:defRPr>
            </a:defPPr>
            <a:lvl1pPr>
              <a:defRPr sz="1200" b="1">
                <a:solidFill>
                  <a:srgbClr val="B72B2C"/>
                </a:solidFill>
              </a:defRPr>
            </a:lvl1pPr>
            <a:lvl2pPr>
              <a:defRPr sz="1200" b="1">
                <a:solidFill>
                  <a:srgbClr val="B72B2C"/>
                </a:solidFill>
              </a:defRPr>
            </a:lvl2pPr>
            <a:lvl3pPr>
              <a:defRPr sz="1200" b="1">
                <a:solidFill>
                  <a:srgbClr val="B72B2C"/>
                </a:solidFill>
              </a:defRPr>
            </a:lvl3pPr>
            <a:lvl4pPr>
              <a:defRPr sz="1200" b="1">
                <a:solidFill>
                  <a:srgbClr val="B72B2C"/>
                </a:solidFill>
              </a:defRPr>
            </a:lvl4pPr>
            <a:lvl5pPr>
              <a:defRPr sz="1200" b="1">
                <a:solidFill>
                  <a:srgbClr val="B72B2C"/>
                </a:solidFill>
              </a:defRPr>
            </a:lvl5pPr>
            <a:lvl6pPr>
              <a:defRPr sz="1200" b="1">
                <a:solidFill>
                  <a:srgbClr val="B72B2C"/>
                </a:solidFill>
              </a:defRPr>
            </a:lvl6pPr>
            <a:lvl7pPr>
              <a:defRPr sz="1200" b="1">
                <a:solidFill>
                  <a:srgbClr val="B72B2C"/>
                </a:solidFill>
              </a:defRPr>
            </a:lvl7pPr>
            <a:lvl8pPr>
              <a:defRPr sz="1200" b="1">
                <a:solidFill>
                  <a:srgbClr val="B72B2C"/>
                </a:solidFill>
              </a:defRPr>
            </a:lvl8pPr>
            <a:lvl9pPr>
              <a:defRPr sz="1200" b="1">
                <a:solidFill>
                  <a:srgbClr val="B72B2C"/>
                </a:solidFill>
              </a:defRPr>
            </a:lvl9pPr>
          </a:lstStyle>
          <a:p>
            <a:pPr>
              <a:defRPr sz="1200" b="1">
                <a:solidFill>
                  <a:srgbClr val="B72B2C"/>
                </a:solidFill>
              </a:defRPr>
            </a:pPr>
            <a:r>
              <a:rPr sz="1200" b="1">
                <a:solidFill>
                  <a:srgbClr val="B72B2C"/>
                </a:solidFill>
              </a:rPr>
              <a:t>RECORDED FINDINGS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4D4747-C05C-42C5-A9EA-613E117FA5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520341" y="2952750"/>
            <a:ext cx="3598244" cy="31432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E8C9C1-3CF3-43E1-ABC1-541D31FDAD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031831" y="2952750"/>
            <a:ext cx="3700463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45311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296</Words>
  <Application>Microsoft Office PowerPoint</Application>
  <DocSecurity>0</DocSecurity>
  <PresentationFormat>Widescreen</PresentationFormat>
  <Paragraphs>70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Aptos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Akshay Damle</cp:lastModifiedBy>
  <cp:revision>1</cp:revision>
  <dcterms:created xsi:type="dcterms:W3CDTF">2026-10-29T04:05:24Z</dcterms:created>
  <dcterms:modified xsi:type="dcterms:W3CDTF">2026-10-30T08:21:19Z</dcterms:modified>
</cp:coreProperties>
</file>